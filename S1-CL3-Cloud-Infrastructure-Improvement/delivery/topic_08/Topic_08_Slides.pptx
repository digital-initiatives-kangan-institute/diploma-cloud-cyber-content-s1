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Testing, refining and documenting the whole system; final sign-off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Document the as-deployed system against the approved design, describe the long-term strategy, and obtain the final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AT3 — document, refine, sign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7 deployed, monitored and tested the improvement; Topic 8 writes it up and closes the cluster.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Three moves: document the as-deployed system against the approved design, describe the long-term improvement strategy, and obtain the final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deliverable is the **Deployment Report** — the whole system across all four concerns: security, reliability, scalability,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build — the report is assembled from what you captured live during the Topic 7 deploy and test.</a:t>
            </a:r>
          </a:p>
        </p:txBody>
      </p:sp>
      <p:pic>
        <p:nvPicPr>
          <p:cNvPr id="5" name="Picture 4" descr="gen-73246a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as-deployed + test results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record what you actually deployed, and prove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as-deployed record &amp; the Deployment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as-deployed record documents the system as it was actually deployed — not the design on paper, the resources actually running.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assembles it: the as-deployed architecture, the test results, the changes from the approved design, and the deployment/testing steps.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complete and readable by someone who wasn't in the room — a reviewer can follow it end to 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As-deployed vs the approved design — highlight the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the as-deployed architecture and test results, and **highlight the changes and improvements from the approved design** (PC 4.1).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difference is named and justified — e.g. the DB-tier DR stayed at design level because the lab couldn't modify the database; the app-tier Multi-AZ was built and evidenced.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results cover all four concerns — security, reliability, scalability, cost — each against the goals set in Topic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deployment &amp; testing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Create the documentation of the deployment and testing steps (PE 5) — the step-by-step record of how the improvement was deployed and tested.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Written so a reader could repeat it: the stacks/changes applied, in order, and each test run with its outcome.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Assembled from the screenshots, exports and logs you captured as you went in Topic 7 — you can't reconstruct it after the fact.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Deployment Report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What it contains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As-deployed architecture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system as actually deployed to us-east-1 — diagrams and resource inventory across all four concerns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Changes from approved design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Where the as-deployed differs from the approved design, and why (e.g. DB-tier DR left at design level)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Test results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tests run against the deployment and their outcomes — security, reliability, scalability, cost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Deployment &amp; testing steps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step-by-step record of how it was deployed and tested (PE 5) — repeatable by a reader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Long-term improvement strategy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next-iteration improvements and their benefits (C2)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Final sign-off record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approval accepting the deployed system — who, on what, when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four concerns run across the as-deployed record and test results; the sign-off record closes the document.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Long-term improvement strategies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the next iteration would improve,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Describe the long-term improvement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Describe long-term improvement strategies and their benefits **as applied to the deployed resources** (PC 4.2) — what a next iteration would improve and the benefit it buys.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where the DB-tier DR lives: built at design level here, it is the headline long-term strategy — cross-Region database resilience and the availability benefit it delivers.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Include other future improvements across the four concerns — tighter cost controls, further scalability headroom, security hardening — each tied to a benefit, not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Final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deployed system accepted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Obtain the final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final sign-off from the required personnel (PC 4.3) — the formal acceptance of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the Deployment Report: the as-deployed system, the test results against the goals, and the long-term strategy — confirm requirements met for the audience, not in jargon.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it — who approved, on what, when — as the closing section of the report.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Two approval moments — don't confuse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cluster's **second** approval: the final sign-off at AT3, on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**first** was the AT1 deploy sign-off — the approval to proceed to deployment, on the design (Topic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first gate authorised the build; this gate accepts the result and closes the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report section &amp; rehearse the final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 (the website vehicle), write the as-deployed / test-results section of the Deployment Report — highlight the changes from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Rehearse the final sign-off conversation to a mock panel: walk the report, confirm the goals met, and obtain acceptance.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it before finalising the assessed Ledgerline report — this is the practice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as-deployed architecture and test results, highlighting the changes and improvements from the approved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Create the deployment and testing step documentation from your live-captured evidence — repeatable by a reader.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Describe the long-term improvement strategy and its benefits — the DB-tier DR and other next-iteration improvements.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and record the final sign-off — the AT3 gate that accepts the deployed system, distinct from the AT1 deploy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Cluster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AT3 is documented, refined and signed off — the deployed improvement is accepted against the approved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analysed the baseline (AT1), designed and got the design approved (AT1), led the build (AT2), deployed and tested it (AT3), and closed it with the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