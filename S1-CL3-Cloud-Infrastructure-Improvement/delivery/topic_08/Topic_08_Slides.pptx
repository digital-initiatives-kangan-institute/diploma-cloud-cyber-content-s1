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Workbook tasks 10 to 13, then the written questions Q1–Q2.</a:t>
            </a:r>
          </a:p>
          <a:p>
            <a:r>
              <a:t>Thin evidence here is a Topic 7 capture-habit gap surfacing — say so; it's the recurring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Workbook task 10, first half. The differences are not failures — a named, justified difference is exactly what the record is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Task 10, second half. The repeatability test is the standard: could a stranger re-run the deploy from this record?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Activity = practice workbook task 10.</a:t>
            </a:r>
          </a:p>
          <a:p>
            <a:r>
              <a:t>Every claimed result points at a captured artefact; gaps get noted honestly, not papered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Workbook task 11. The short-term/long-term line drawn in Topic 7 pays off: applied then versus described now.</a:t>
            </a:r>
          </a:p>
          <a:p>
            <a:r>
              <a:t>The out-of-scope test findings finally get their home.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Activity = practice workbook task 11.</a:t>
            </a:r>
          </a:p>
          <a:p>
            <a:r>
              <a:t>Each strategy carries a benefit; challenge any that are features without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Workbook task 12. Call back to the Topic 4 sign-off explicitly — authorise versus accept is the distinction students blur.</a:t>
            </a:r>
          </a:p>
          <a:p>
            <a:r>
              <a:t>The recorded decision is the evidence, same as every sign-off in the semester.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Workbook task 13. The confirm-after-delete habit from the whole semester closes the loop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Activity = practice workbook tasks 12–13, sign-off in pairs with roles swapped.</a:t>
            </a:r>
          </a:p>
          <a:p>
            <a:r>
              <a:t>Nobody leaves with a stack still running — the teardown confirmation is part of the 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assessment carries Q1–Q2; the practice workbook carries none — rehearse with the assessment's, from the practice build.</a:t>
            </a:r>
          </a:p>
          <a:p>
            <a:r>
              <a:t>Their task 5–8 test records and task 4 monitoring are the source material.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Activity = assessment Q1–Q2 rehearsed.</a:t>
            </a:r>
          </a:p>
          <a:p>
            <a:r>
              <a:t>Push every answer back to a test they ran or a metric they watched.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08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Documenting, handover and close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Document the as-deployed system, set the long-term strategy, hand over, and take it 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Closing the cluster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Deployed, proven, refined — now it gets written up, handed over, signed off, and taken down.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material is what you captured live during the deploy and tests; a closeout can't be reconstructed from memory.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Four tasks and two questions, and the cluster is done.</a:t>
            </a:r>
          </a:p>
        </p:txBody>
      </p:sp>
      <p:pic>
        <p:nvPicPr>
          <p:cNvPr id="5" name="Picture 4" descr="gen-094757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Document the as-deployed system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the system as it actually runs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As-deployed, against the approved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An as-deployed record documents what is actually running — not the design on paper.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Highlight every change from the approved design, named and justified — the DB-tier DR held at design level because the lab is create-only; the app-tier redundancy built and evidenced.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Test results across all four concerns, each against the goals set at the start.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Document the steps, repeatably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deployment and testing steps, written so a reader could repeat them: the stacks and changes applied in order, each test and its outcome.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Assembled from the screenshots, exports and logs captured as you went.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Readable cold by someone who wasn't in the room.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Write the as-deployed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Workbook — task 10.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Document the as-deployed architecture and test results, highlighting the changes from the approved design, with the deployment and testing steps.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The record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What actually runs, differences named and justified.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Steps a stranger could repeat, from live-captured evidence.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The long-term strategy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what the next iteration buys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Describe the long-term improvement strategy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What a next iteration would improve, and the benefit each item buys — tied to benefits, not a wish-list.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headline lives here: the database-tier DR designed but not lab-buildable — cross-region resilience and the availability it delivers.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Ideas the tests surfaced that sat outside your approved scope belong here too — that's what the scope boundary was for.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Describe the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Workbook — task 11.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Describe the long-term improvement strategies for your deployed system and the benefit each delivers.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The strategy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Next-iteration improvements, each with its benefit.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design-level DR is the headline; out-of-scope findings land here.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Hand over, sign off, take it down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accepted, recorded, removed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final sign-off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Walk the client through the record: the as-deployed system, the results against the goals, the long-term strategy — plain language for the audience.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is the cluster's second approval: it accepts the deployed and tested result. The first approved the design; different moment, different question.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Record the decision — who accepted, what, when — conditions and all.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Remove what you deployed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Tear down through the tooling, in reverse dependency order — the stack comes down the way it went up.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Confirm the removal; orphans keep billing and block rebuilds.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An engagement ends when the environment is gone and the record survives.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Hand over, sign off, tear 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Workbook — tasks 12 and 13.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Walk your client through the build in pairs and record the sign-off decision, then remove everything you deployed and confirm nothing remains.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The close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Plain-language walkthrough, decision recorded.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Second approval accepts the result.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Removed through the tooling, confirmed gone.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04488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The written questions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your build, your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questions ask about your own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Two questions: how you tested this environment and avoid regressions, and what you would monitor to know it stays healthy.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Both are answered from your own work — the four demonstrations you ran, the metrics you watched, the refinements you re-measured.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definition with none of your build in it answers nothing.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Answer the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assessment's questions Q1 and Q2, rehearsed from your practice build.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Answer from what you actually did: the testing and the monitoring, cited from your own records.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004488"/>
                </a:solidFill>
                <a:latin typeface="Roboto"/>
              </a:rPr>
              <a:t>Topic 8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record shows what runs, what changed, and how to repeat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Strategy with benefits; sign-off recorded; environment removed.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Written answers cite your own testing and monitoring.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The cluster is done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analysed a system, designed and justified its improvement, led the team that built it, then deployed, proved, documented and closed it — end to end.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The assessment is the same work on a different system.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