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tasks 1 to 6 today — the whole team set-up, in order.</a:t>
            </a:r>
          </a:p>
          <a:p>
            <a:r>
              <a:t>Misconception: this is a CloudFormation topic. The code is the vehicle; the leadership evidence is what's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1. Unstated objectives drift — making it explicit and shared is the assessable act.</a:t>
            </a:r>
          </a:p>
          <a:p>
            <a:r>
              <a:t>Test: could every member say the objective the same 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2. If you can't measure whether it was met, it isn't a performance plan.</a:t>
            </a:r>
          </a:p>
          <a:p>
            <a:r>
              <a:t>Draft one live for the database owner — outcome, standard, deadline, behaviour.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3. Mechanisms, not slogans — and the grounding in policy and law is examinable.</a:t>
            </a:r>
          </a:p>
          <a:p>
            <a:r>
              <a:t>Question to pose: one policy and one law that shape how this team holds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1–3, done as a team, recorded individually.</a:t>
            </a:r>
          </a:p>
          <a:p>
            <a:r>
              <a:t>Watch for pep-talk performance plans and slogan accountability — push mechanisms and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4. A risk without a pre-agreed response isn't a contingency; the response is the deliverable.</a:t>
            </a:r>
          </a:p>
          <a:p>
            <a:r>
              <a:t>The three named classics are the examinable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4.</a:t>
            </a:r>
          </a:p>
          <a:p>
            <a:r>
              <a:t>Every row is trigger plus response — challenge any that are just risks listed.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5. "Development potential" matters — you can allocate to stretch someone, with the extra instruction that implies.</a:t>
            </a:r>
          </a:p>
          <a:p>
            <a:r>
              <a:t>The unmanaged interface is where the build breaks; the diagram shows the seams.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6 — the outside-team agreement is its own task.</a:t>
            </a:r>
          </a:p>
          <a:p>
            <a:r>
              <a:t>Communication isn't done until it's played back; a decision needs a conversation, a record needs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5–6, as the practice team.</a:t>
            </a:r>
          </a:p>
          <a:p>
            <a:r>
              <a:t>Press the seams: what must the network owner expose to the compute owner? And press a concrete outside connection, named, with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Establishing the build team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Agree the objective, set expectations, plan for trouble, allocate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Leading the build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AT2 begins: the approved design is written as CloudFormation by a team of four, one component each — network, compute, database,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Dividing the write is the leadership vehicle: what is marked is how you plan, allocate and lead — not the code.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stands the team up; leading it through the build is Topic 6.</a:t>
            </a:r>
          </a:p>
        </p:txBody>
      </p:sp>
      <p:pic>
        <p:nvPicPr>
          <p:cNvPr id="5" name="Picture 4" descr="gen-34108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objective, the expectations, the accountability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know the goal, set expectations, hold the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Agree what the team is here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common objective out loud — everyone should be able to recite it the same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Break it into responsibilities and required outcomes: what the team must produce, to what standard.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Shared, explicit objectives are what let four separate component-writers pull in one direction.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what is expected of each member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performance plan per member: expected outcomes, goals and behaviours for their component — measurable, not a pep talk.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 each plan to the team objective and to the organisation's policies.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shape: an outcome, a standard, a deadline, and a collaboration behaviour.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Agree how you hold each other accountable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Concrete mechanisms: clear ownership per component, review checkpoints, a shared definition of done.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Grounded in organisational requirements — policies, codes of conduct, the organisation's culture — and inside the legislative ones: health and safety, privacy, anti-discrimination.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Accountability is preventive structure, not blame after the fact.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Stand the team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1, 2 and 3.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As the practice team: agree the objective, set what is expected of each member, and agree the accountability mechanisms.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set-up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objective, recitable by 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Measurable expectations per member.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Accountability grounded in policy and law.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Plan for what could go wrong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decide the response while calm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typical contingencies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workplace classics: unplanned absence of a component owner, re-allocation when load shifts, succession for important roles.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contingency is a named trigger plus a pre-agreed response — written into the team plan, decided before it's needed.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this build: the database owner is out the day before the milestone — who picks it up, and how is the handover recorded?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Plan the contingencies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4.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Write the team's contingencies: the triggers that could hurt the build, and the response agreed for each.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Contingencies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Absence, re-allocation, succession — planned before they happen.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Trigger plus pre-agreed response, in writing.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Allocate the work, and agree the outside connections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hand out the boxes, and the seams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Allocate the four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One component per member — network, compute, database, storage — by expertise or by development potential.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Each allocation carries instruction: the component's scope, the interfaces it must expose, and any contingencies that attach to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Allocate the seams, not just the boxes — shared parameters and dependencies are where four components become one build.</a:t>
            </a:r>
          </a:p>
        </p:txBody>
      </p:sp>
      <p:pic>
        <p:nvPicPr>
          <p:cNvPr id="5" name="Picture 4" descr="component-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11780"/>
            <a:ext cx="5120640" cy="1965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Communicate it, and connect beyond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Communicate the objectives and responsibilities so everyone shares the same picture of done — confirmed by play-back, not just sent.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Agree how the team works with people outside it: the internal teams and external specialists worth pulling in, and for what.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Facilitation that works for everyone: match the channel to the message, and communicate across cultures and needs.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Allocate and agree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5 and 6.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Allocate the four components with instruction and seams, then agree how the team will work with people outside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5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Objective, expectations, accountability, contingencies — the team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Four components allocated with instruction; the seams allocated too.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Outside connections agreed before they're needed.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6 — leading the build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team is stood up: objective agreed, work allocated, trouble planned for.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the build runs — and you lead it: the meeting, the coaching, the measuring, the reflecting.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