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Topic 5 as the pivot into AT2 — AT1 was the design; AT2 is LEADERSHIP evidence. Set the</a:t>
            </a:r>
          </a:p>
          <a:p>
            <a:r>
              <a:t>vehicle; don't teach team-planning yet.</a:t>
            </a:r>
          </a:p>
          <a:p>
            <a:r>
              <a:t>• First bullet: the approved design is written as CloudFormation by a TEAM OF FOUR, one IaC component</a:t>
            </a:r>
          </a:p>
          <a:p>
            <a:r>
              <a:t>each — network, compute, database, storage. That division is the whole set-up.</a:t>
            </a:r>
          </a:p>
          <a:p>
            <a:r>
              <a:t>• Second bullet (the key framing): dividing the write is the LEADERSHIP VEHICLE — you plan the team,</a:t>
            </a:r>
          </a:p>
          <a:p>
            <a:r>
              <a:t>set expectations, allocate the work. The CloudFormation write itself is a 504 concern and is NOT</a:t>
            </a:r>
          </a:p>
          <a:p>
            <a:r>
              <a:t>assessed here; what's marked is how you lead.</a:t>
            </a:r>
          </a:p>
          <a:p>
            <a:r>
              <a:t>• Third bullet: this Topic is the SET-UP half of AT2 (plan and stand up the team); leading them</a:t>
            </a:r>
          </a:p>
          <a:p>
            <a:r>
              <a:t>through the write is Topic 6.</a:t>
            </a:r>
          </a:p>
          <a:p>
            <a:r>
              <a:t>• Fourth bullet: in-world the team is YAT ICT staff improving Ledgerline — keep it concrete.</a:t>
            </a:r>
          </a:p>
          <a:p>
            <a:r>
              <a:t>Misconception to pre-empt: "this is a CloudFormation topic." No — the code is the vehicle; the</a:t>
            </a:r>
          </a:p>
          <a:p>
            <a:r>
              <a:t>assessed evidence is the team plan, allocation and facilitation (BSBXTW401 el 1–2). Nobody is marked</a:t>
            </a:r>
          </a:p>
          <a:p>
            <a:r>
              <a:t>on their template here.</a:t>
            </a:r>
          </a:p>
          <a:p>
            <a:r>
              <a:t>Question to pose: "If the four of you each write one component, what's the single biggest risk — and</a:t>
            </a:r>
          </a:p>
          <a:p>
            <a:r>
              <a:t>whose job is it to manage it?" (the components don't integrate; the team leader's).</a:t>
            </a:r>
          </a:p>
          <a:p>
            <a:r>
              <a:t>UoC/AT2 tie: opens the AT2 leadership arc — BSBXTW401 el 1–2 (plan + coordinate the team); everything</a:t>
            </a:r>
          </a:p>
          <a:p>
            <a:r>
              <a:t>today feeds the team plan, allocation records and facilitated set-up evidenced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1. Teach that a team pulls together only when its common objective is NAMED and shared —</a:t>
            </a:r>
          </a:p>
          <a:p>
            <a:r>
              <a:t>start there.</a:t>
            </a:r>
          </a:p>
          <a:p>
            <a:r>
              <a:t>• First bullet: name the common objective out loud — deliver the approved Ledgerline design as</a:t>
            </a:r>
          </a:p>
          <a:p>
            <a:r>
              <a:t>working, deployed IaC. Everyone should be able to recite it.</a:t>
            </a:r>
          </a:p>
          <a:p>
            <a:r>
              <a:t>• Second bullet: break the objective into RESPONSIBILITIES and required OUTCOMES — what the team must</a:t>
            </a:r>
          </a:p>
          <a:p>
            <a:r>
              <a:t>produce and to what standard. Objective → responsibilities → outcomes is the chain.</a:t>
            </a:r>
          </a:p>
          <a:p>
            <a:r>
              <a:t>• Third bullet: shared, explicit objectives are exactly what let four separate component-writers pull</a:t>
            </a:r>
          </a:p>
          <a:p>
            <a:r>
              <a:t>in ONE direction — without them you get four disconnected efforts.</a:t>
            </a:r>
          </a:p>
          <a:p>
            <a:r>
              <a:t>Misconception to pre-empt: "the objective is obvious, we can skip stating it." No — unstated</a:t>
            </a:r>
          </a:p>
          <a:p>
            <a:r>
              <a:t>objectives drift; making it explicit and shared is the assessable act, not a formality.</a:t>
            </a:r>
          </a:p>
          <a:p>
            <a:r>
              <a:t>Question to pose: "What's the common objective of this build in one sentence — and could every member</a:t>
            </a:r>
          </a:p>
          <a:p>
            <a:r>
              <a:t>say it the same way?" (tests whether it's genuinely shared).</a:t>
            </a:r>
          </a:p>
          <a:p>
            <a:r>
              <a:t>UoC/AT2 tie: BSBXTW401 PC 1.1 (identify common objectives, responsibilities, required outcomes) →</a:t>
            </a:r>
          </a:p>
          <a:p>
            <a:r>
              <a:t>evidenced in the AT2 team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how-to for setting expectations — a PERFORMANCE PLAN per member. Teach it as a measurable</a:t>
            </a:r>
          </a:p>
          <a:p>
            <a:r>
              <a:t>instrument, not a pep talk.</a:t>
            </a:r>
          </a:p>
          <a:p>
            <a:r>
              <a:t>• First bullet: a performance plan sets each member's expected outcomes, goals and behaviours for</a:t>
            </a:r>
          </a:p>
          <a:p>
            <a:r>
              <a:t>THEIR component. One plan per person, tied to their part of the build.</a:t>
            </a:r>
          </a:p>
          <a:p>
            <a:r>
              <a:t>• Second bullet: align each plan to the team objective AND to relevant policies — and make it</a:t>
            </a:r>
          </a:p>
          <a:p>
            <a:r>
              <a:t>MEASURABLE. A plan is not a wish-list.</a:t>
            </a:r>
          </a:p>
          <a:p>
            <a:r>
              <a:t>• Third bullet: read the worked example aloud — note it names an outcome, a standard, a deadline and a</a:t>
            </a:r>
          </a:p>
          <a:p>
            <a:r>
              <a:t>collaboration behaviour. That's what "measurable" looks like.</a:t>
            </a:r>
          </a:p>
          <a:p>
            <a:r>
              <a:t>Misconception to pre-empt: "a performance plan is vague encouragement." No — if you can't measure</a:t>
            </a:r>
          </a:p>
          <a:p>
            <a:r>
              <a:t>whether it was met, it isn't a performance plan; the specificity is what's marked.</a:t>
            </a:r>
          </a:p>
          <a:p>
            <a:r>
              <a:t>Question to pose: "Take the database owner — what would a good performance plan say their outcome,</a:t>
            </a:r>
          </a:p>
          <a:p>
            <a:r>
              <a:t>standard and deadline are?" (forces a measurable draft).</a:t>
            </a:r>
          </a:p>
          <a:p>
            <a:r>
              <a:t>UoC/AT2 tie: BSBXTW401 PC 1.2 (performance plans establishing expected outcomes/goals/behaviours in</a:t>
            </a:r>
          </a:p>
          <a:p>
            <a:r>
              <a:t>line with the team objective and relevant policies) → the AT2 team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1's third move — accountability, and crucially the two things it must be GROUNDED in. This is</a:t>
            </a:r>
          </a:p>
          <a:p>
            <a:r>
              <a:t>where KE 1 and KE 2 land.</a:t>
            </a:r>
          </a:p>
          <a:p>
            <a:r>
              <a:t>• First bullet: choose concrete accountability strategies — clear ownership per component, review</a:t>
            </a:r>
          </a:p>
          <a:p>
            <a:r>
              <a:t>checkpoints, a shared definition of done. Name mechanisms, not slogans.</a:t>
            </a:r>
          </a:p>
          <a:p>
            <a:r>
              <a:t>• Second bullet: ground them in ORGANISATIONAL requirements — workplace policies, codes of conduct,</a:t>
            </a:r>
          </a:p>
          <a:p>
            <a:r>
              <a:t>and YAT's reputation and culture (KE 1). Accountability isn't invented; it sits on the org's rules.</a:t>
            </a:r>
          </a:p>
          <a:p>
            <a:r>
              <a:t>• Third bullet: respect the LEGISLATIVE requirements relevant to the workplace — WHS, privacy,</a:t>
            </a:r>
          </a:p>
          <a:p>
            <a:r>
              <a:t>anti-discrimination (KE 2). Accountability operates INSIDE those rules, never outside them.</a:t>
            </a:r>
          </a:p>
          <a:p>
            <a:r>
              <a:t>Misconception to pre-empt: "accountability = blame when it goes wrong." No — it's the up-front</a:t>
            </a:r>
          </a:p>
          <a:p>
            <a:r>
              <a:t>structure of ownership and checkpoints so work is owned and visible; it's preventive, not punitive.</a:t>
            </a:r>
          </a:p>
          <a:p>
            <a:r>
              <a:t>Question to pose: "Name one organisational policy and one law that would shape how you hold this team</a:t>
            </a:r>
          </a:p>
          <a:p>
            <a:r>
              <a:t>accountable" (draws out KE 1 vs KE 2 — they're different sources).</a:t>
            </a:r>
          </a:p>
          <a:p>
            <a:r>
              <a:t>UoC/AT2 tie: BSBXTW401 PC 1.3 + KE 1 + KE 2 → the accountability strategies in the AT2 team plan,</a:t>
            </a:r>
          </a:p>
          <a:p>
            <a:r>
              <a:t>grounded in organisational + legislative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— contingency planning. Teach it as naming the failure modes BEFORE they happen, not</a:t>
            </a:r>
          </a:p>
          <a:p>
            <a:r>
              <a:t>improvising under pressure.</a:t>
            </a:r>
          </a:p>
          <a:p>
            <a:r>
              <a:t>• First bullet: plan for contingencies that could impact the team ahead of time — the point is you</a:t>
            </a:r>
          </a:p>
          <a:p>
            <a:r>
              <a:t>decide the response while calm, not mid-crisis.</a:t>
            </a:r>
          </a:p>
          <a:p>
            <a:r>
              <a:t>• Second bullet: name the TYPICAL workplace ones (KE 9) — unplanned leave or absence of a component</a:t>
            </a:r>
          </a:p>
          <a:p>
            <a:r>
              <a:t>owner; re-allocation of work when load shifts; succession planning for important roles. These three</a:t>
            </a:r>
          </a:p>
          <a:p>
            <a:r>
              <a:t>are the examinable list.</a:t>
            </a:r>
          </a:p>
          <a:p>
            <a:r>
              <a:t>• Third bullet: make it concrete for this build — if the database-component owner is absent, who picks</a:t>
            </a:r>
          </a:p>
          <a:p>
            <a:r>
              <a:t>it up, and how is the handover documented?</a:t>
            </a:r>
          </a:p>
          <a:p>
            <a:r>
              <a:t>• Fourth bullet (the definition): a contingency is a NAMED TRIGGER plus a PRE-AGREED RESPONSE — write</a:t>
            </a:r>
          </a:p>
          <a:p>
            <a:r>
              <a:t>it into the team plan.</a:t>
            </a:r>
          </a:p>
          <a:p>
            <a:r>
              <a:t>Misconception to pre-empt: "contingency planning is just listing risks." No — a risk without a</a:t>
            </a:r>
          </a:p>
          <a:p>
            <a:r>
              <a:t>pre-agreed trigger-and-response isn't a contingency; the response is the deliverable.</a:t>
            </a:r>
          </a:p>
          <a:p>
            <a:r>
              <a:t>Question to pose: "Your compute-component owner goes on unplanned leave the day before the milestone —</a:t>
            </a:r>
          </a:p>
          <a:p>
            <a:r>
              <a:t>what's your pre-agreed response?" (forces a trigger→response pair).</a:t>
            </a:r>
          </a:p>
          <a:p>
            <a:r>
              <a:t>UoC/AT2 tie: BSBXTW401 PC 1.4 + KE 9 (plan for the typical workplace contingencies) → the</a:t>
            </a:r>
          </a:p>
          <a:p>
            <a:r>
              <a:t>contingencies section of the AT2 team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coordination begins with COMMUNICATING the goal before any work is handed out.</a:t>
            </a:r>
          </a:p>
          <a:p>
            <a:r>
              <a:t>• First bullet: communicate the common objectives and each member's responsibilities so everyone</a:t>
            </a:r>
          </a:p>
          <a:p>
            <a:r>
              <a:t>shares the same picture of "done".</a:t>
            </a:r>
          </a:p>
          <a:p>
            <a:r>
              <a:t>• Second bullet: CONFIRM understanding — run a kick-off where the team restates the goal and how the</a:t>
            </a:r>
          </a:p>
          <a:p>
            <a:r>
              <a:t>four components integrate. Communication isn't done until it's been played back.</a:t>
            </a:r>
          </a:p>
          <a:p>
            <a:r>
              <a:t>• Third bullet: this up-front clarity is precisely what prevents four components that don't fit</a:t>
            </a:r>
          </a:p>
          <a:p>
            <a:r>
              <a:t>together — the integration failure is a communication failure.</a:t>
            </a:r>
          </a:p>
          <a:p>
            <a:r>
              <a:t>Misconception to pre-empt: "I emailed the plan, so I've communicated it." No — communication is</a:t>
            </a:r>
          </a:p>
          <a:p>
            <a:r>
              <a:t>confirmed shared understanding, not a sent message; the kick-off play-back is the evidence.</a:t>
            </a:r>
          </a:p>
          <a:p>
            <a:r>
              <a:t>Question to pose: "How would you check the team actually shares the same picture of 'done' before they</a:t>
            </a:r>
          </a:p>
          <a:p>
            <a:r>
              <a:t>start writing?" (draws out confirmation techniques).</a:t>
            </a:r>
          </a:p>
          <a:p>
            <a:r>
              <a:t>UoC/AT2 tie: BSBXTW401 PC 2.1 (communicate common objectives and responsibilities) → the facilitated</a:t>
            </a:r>
          </a:p>
          <a:p>
            <a:r>
              <a:t>set-up / kick-off evidenced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allocation move — hand out the four components. Use the component-allocation diagram to show</a:t>
            </a:r>
          </a:p>
          <a:p>
            <a:r>
              <a:t>four members mapping to four components that integrate into one design.</a:t>
            </a:r>
          </a:p>
          <a:p>
            <a:r>
              <a:t>• First bullet: allocate the four IaC components — NETWORK, COMPUTE, DATABASE, STORAGE — one per</a:t>
            </a:r>
          </a:p>
          <a:p>
            <a:r>
              <a:t>member, by expertise OR development potential (PC 2.2). Note "development potential" — you can</a:t>
            </a:r>
          </a:p>
          <a:p>
            <a:r>
              <a:t>allocate to stretch someone, not only to their strength.</a:t>
            </a:r>
          </a:p>
          <a:p>
            <a:r>
              <a:t>• Second bullet: give APPROPRIATE INSTRUCTION with each allocation — scope of the component, the</a:t>
            </a:r>
          </a:p>
          <a:p>
            <a:r>
              <a:t>interfaces it must expose, and any required contingencies (PE 1). Allocation without instruction</a:t>
            </a:r>
          </a:p>
          <a:p>
            <a:r>
              <a:t>isn't allocation.</a:t>
            </a:r>
          </a:p>
          <a:p>
            <a:r>
              <a:t>• Third bullet (the seam point): the four integrate into ONE design — so allocate the SEAMS too</a:t>
            </a:r>
          </a:p>
          <a:p>
            <a:r>
              <a:t>(shared parameters, dependencies), not just the boxes. That's what the diagram shows.</a:t>
            </a:r>
          </a:p>
          <a:p>
            <a:r>
              <a:t>Misconception to pre-empt: "allocation = give each person a box and walk away." No — the assessable</a:t>
            </a:r>
          </a:p>
          <a:p>
            <a:r>
              <a:t>part is the instruction and the seams; unmanaged interfaces are where the build breaks.</a:t>
            </a:r>
          </a:p>
          <a:p>
            <a:r>
              <a:t>Question to pose: "You give the network component to your least experienced member for development —</a:t>
            </a:r>
          </a:p>
          <a:p>
            <a:r>
              <a:t>what extra instruction and contingency does that allocation need?" (ties development potential to</a:t>
            </a:r>
          </a:p>
          <a:p>
            <a:r>
              <a:t>instruction).</a:t>
            </a:r>
          </a:p>
          <a:p>
            <a:r>
              <a:t>UoC/AT2 tie: BSBXTW401 PC 2.2 + PE 1 (allocate by expertise/development potential, with instruction</a:t>
            </a:r>
          </a:p>
          <a:p>
            <a:r>
              <a:t>and required contingencies) → the task-allocation records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3 practice; students produce the WHOLE team plan for the PRACTICE</a:t>
            </a:r>
          </a:p>
          <a:p>
            <a:r>
              <a:t>engagement, the same artefact they'll produce for the assessed Ledgerline team.</a:t>
            </a:r>
          </a:p>
          <a:p>
            <a:r>
              <a:t>Tell students, in these words: "For the practice engagement, draft the team plan — common objective,</a:t>
            </a:r>
          </a:p>
          <a:p>
            <a:r>
              <a:t>per-member performance plans, accountability strategies and contingencies — then allocate the four</a:t>
            </a:r>
          </a:p>
          <a:p>
            <a:r>
              <a:t>components to four members with clear instruction and any contingencies."</a:t>
            </a:r>
          </a:p>
          <a:p>
            <a:r>
              <a:t>Steps (put on the board):</a:t>
            </a:r>
          </a:p>
          <a:p>
            <a:r>
              <a:t>1. State the common objective and break it into responsibilities/outcomes.</a:t>
            </a:r>
          </a:p>
          <a:p>
            <a:r>
              <a:t>2. Write a measurable performance plan per member.</a:t>
            </a:r>
          </a:p>
          <a:p>
            <a:r>
              <a:t>3. Choose accountability strategies (grounded in policy + law) and name the contingencies.</a:t>
            </a:r>
          </a:p>
          <a:p>
            <a:r>
              <a:t>4. Allocate network / compute / database / storage — one per member — with instruction AND the seams</a:t>
            </a:r>
          </a:p>
          <a:p>
            <a:r>
              <a:t>(shared parameters, dependencies).</a:t>
            </a:r>
          </a:p>
          <a:p>
            <a:r>
              <a:t>Must produce: a team plan (objective, four performance plans, accountability, contingencies) plus an</a:t>
            </a:r>
          </a:p>
          <a:p>
            <a:r>
              <a:t>allocation of the four components with instruction — the practice run of the assessed artefact.</a:t>
            </a:r>
          </a:p>
          <a:p>
            <a:r>
              <a:t>Timing: ~30 min. Where they get stuck: they allocate the four boxes but forget the SEAMS and the</a:t>
            </a:r>
          </a:p>
          <a:p>
            <a:r>
              <a:t>INSTRUCTION — circulate and push "what does the network owner need to expose to the compute owner?";</a:t>
            </a:r>
          </a:p>
          <a:p>
            <a:r>
              <a:t>and performance plans come out as pep talk, not measurable.</a:t>
            </a:r>
          </a:p>
          <a:p>
            <a:r>
              <a:t>Share-back prompt: take one team's allocation and ask the room where two components must agree an</a:t>
            </a:r>
          </a:p>
          <a:p>
            <a:r>
              <a:t>interface — surface a seam.</a:t>
            </a:r>
          </a:p>
          <a:p>
            <a:r>
              <a:t>No-leakage note: this is the PRACTICE engagement — AT2 assesses the SAME leadership on the Ledgerline</a:t>
            </a:r>
          </a:p>
          <a:p>
            <a:r>
              <a:t>team (comparable, not identical); keep them on the practice vehicle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4 — facilitation. Teach the techniques that keep a divided team behaving as one.</a:t>
            </a:r>
          </a:p>
          <a:p>
            <a:r>
              <a:t>• First bullet: facilitate OPEN and RESPECTFUL communication and collaboration between members</a:t>
            </a:r>
          </a:p>
          <a:p>
            <a:r>
              <a:t>(PC 2.3) — the leader's job is to create the conditions, not to do all the talking.</a:t>
            </a:r>
          </a:p>
          <a:p>
            <a:r>
              <a:t>• Second bullet: name facilitation techniques that build cohesion and effectiveness (KE 3) —</a:t>
            </a:r>
          </a:p>
          <a:p>
            <a:r>
              <a:t>stand-ups, shared review, ground rules. These are concrete, nameable routines.</a:t>
            </a:r>
          </a:p>
          <a:p>
            <a:r>
              <a:t>• Third bullet: match the METHOD and STYLE of communication to the message and the person (KE 6) —</a:t>
            </a:r>
          </a:p>
          <a:p>
            <a:r>
              <a:t>synchronous for decisions, written for the record. Different messages need different channels.</a:t>
            </a:r>
          </a:p>
          <a:p>
            <a:r>
              <a:t>Misconception to pre-empt: "good communication = more meetings." No — it's matching the channel to the</a:t>
            </a:r>
          </a:p>
          <a:p>
            <a:r>
              <a:t>message; a decision needs a conversation, a record needs writing. The wrong channel is the waste.</a:t>
            </a:r>
          </a:p>
          <a:p>
            <a:r>
              <a:t>Question to pose: "You need the team to agree an integration boundary AND you need a durable record of</a:t>
            </a:r>
          </a:p>
          <a:p>
            <a:r>
              <a:t>it — what method(s) do you use, and why both?" (draws out KE 6 method-to-message).</a:t>
            </a:r>
          </a:p>
          <a:p>
            <a:r>
              <a:t>UoC/AT2 tie: BSBXTW401 PC 2.3 + KE 3 + KE 6 (facilitate open/respectful collaboration; techniques;</a:t>
            </a:r>
          </a:p>
          <a:p>
            <a:r>
              <a:t>methods/styles) → the facilitated collaboration evidenced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half of Section 4 — inclusion and reaching BEYOND the team. This is where KE 7 and PC 2.4 land.</a:t>
            </a:r>
          </a:p>
          <a:p>
            <a:r>
              <a:t>• First bullet: consider the needs of members from diverse backgrounds — apply cross-cultural</a:t>
            </a:r>
          </a:p>
          <a:p>
            <a:r>
              <a:t>communication principles and accommodate special needs or disabilities (KE 7, PC 2.3). Facilitation</a:t>
            </a:r>
          </a:p>
          <a:p>
            <a:r>
              <a:t>has to work for everyone in the room.</a:t>
            </a:r>
          </a:p>
          <a:p>
            <a:r>
              <a:t>• Second bullet: identify opportunities for CROSS-COLLABORATION with internal and external teams</a:t>
            </a:r>
          </a:p>
          <a:p>
            <a:r>
              <a:t>(PC 2.4) — the DBA team, the security reviewers, an external CloudFormation SME. The four-person team</a:t>
            </a:r>
          </a:p>
          <a:p>
            <a:r>
              <a:t>isn't an island.</a:t>
            </a:r>
          </a:p>
          <a:p>
            <a:r>
              <a:t>• Third bullet: respectful, inclusive facilitation is what makes a four-person split behave as one</a:t>
            </a:r>
          </a:p>
          <a:p>
            <a:r>
              <a:t>team — it's the enabler, not a nicety.</a:t>
            </a:r>
          </a:p>
          <a:p>
            <a:r>
              <a:t>Misconception to pre-empt: "cross-collaboration is just delegating outside." No — PC 2.4 is about</a:t>
            </a:r>
          </a:p>
          <a:p>
            <a:r>
              <a:t>identifying where OTHER teams (internal or external) add value to your build; naming those</a:t>
            </a:r>
          </a:p>
          <a:p>
            <a:r>
              <a:t>opportunities is the assessed act.</a:t>
            </a:r>
          </a:p>
          <a:p>
            <a:r>
              <a:t>Question to pose: "Which internal or external team would you pull in for the database component, and</a:t>
            </a:r>
          </a:p>
          <a:p>
            <a:r>
              <a:t>what would you go to them for?" (draws out a concrete PC 2.4 opportunity).</a:t>
            </a:r>
          </a:p>
          <a:p>
            <a:r>
              <a:t>UoC/AT2 tie: BSBXTW401 PC 2.3 + PC 2.4 + KE 7 (diverse-background collaboration; cross-collaboration</a:t>
            </a:r>
          </a:p>
          <a:p>
            <a:r>
              <a:t>with internal/external teams) → the facilitated, inclusive set-up evidenced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05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Leading and planning the team build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Leading the build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5 opens AT2: the approved design is written as CloudFormation by a team of four, one IaC component each — network, compute, database, storage.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Dividing the write is the leadership vehicle: you plan the team, set expectations, and allocate the work — the write itself is a 504 concern, not assessed here.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Topic is the set-up half of AT2 (plan and stand up the team); leading them through the write is Topic 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In-world, the team is YAT ICT staff improving Ledgerline.</a:t>
            </a:r>
          </a:p>
        </p:txBody>
      </p:sp>
      <p:pic>
        <p:nvPicPr>
          <p:cNvPr id="5" name="Picture 4" descr="gen-34108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Objectives, performance plans &amp; accountability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know the goal, set expectations, hold the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Team objectives, responsibilities &amp;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Start by naming the common objective: deliver the approved Ledgerline design as working, deployed IaC.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Break it into responsibilities and required outcomes — what the team must produce, and to what standard.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Shared, explicit objectives are what let four separate component-writers pull in one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Performance plans set expectations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performance plan sets each member's expected outcomes, goals and behaviours for their component.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Align each plan to the team objective and to relevant policies — a plan is not a wish-list, it is measurable.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Example: "network component templates valid, peer-reviewed and deployed to us-east-1 by the milestone; collaborates on shared parameters."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Accountability, grounded in organisational &amp; legislative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accountability strategies: clear ownership per component, review checkpoints, a shared definition of done.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Ground them in organisational requirements — workplace policies, codes of conduct, and YAT's reputation and culture (KE 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Respect the legislative requirements relevant to the workplace (work health &amp; safety, privacy, anti-discrimination) (KE 2) — accountability operates inside those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Contingency planning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plan for the things that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Typical team contingencies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Plan for contingencies that could impact the team before they happen — don't improvise under pressure.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typical workplace ones: unplanned leave or absence of a component owner; re-allocation of work tasks when load shifts; succession planning for important roles (KE 9).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the build team: if the database-component owner is absent, who picks it up, and how is the handover documented?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contingency is a named trigger plus a pre-agreed response — write it into the team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Communicating &amp; allocating the component work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communicate the goal, then hand out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Communicate the objectives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Communicate the common objectives and each member's responsibilities so everyone shares the same picture of "done".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 understanding — a kick-off where the team restates the goal and how the four components integrate.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Clear communication up front is what prevents four components that don't fit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Allocate the four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Allocate the four IaC components — network, compute, database, storage — one per member, by expertise or development potential (PC 2.2).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Give appropriate instruction with each allocation: scope of the component, the interfaces it must expose, and any required contingencies (PE 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four allocations integrate into one design — allocate the seams (shared parameters, dependencies), not just the boxes.</a:t>
            </a:r>
          </a:p>
        </p:txBody>
      </p:sp>
      <p:pic>
        <p:nvPicPr>
          <p:cNvPr id="5" name="Picture 4" descr="component-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11780"/>
            <a:ext cx="5120640" cy="1965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Plan &amp; allocate the practice build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the practice engagement, draft the team plan: common objective, per-member performance plans, accountability strategies and contingencies.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Allocate the four components to four members with clear instruction and any required contingencies.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Produce the artefact you'll produce for the assessed Ledgerline team — this is the practice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Facilitating collaboration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keep the team open, respectful and connected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Facilitation &amp; communication styles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Facilitate open and respectful communication and collaboration between members (PC 2.3).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 facilitation techniques that build cohesion and effectiveness — stand-ups, shared review, ground rules (KE 3).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Match the method and style of communication to the message and the person (KE 6) — synchronous for decisions, written for the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Diverse teams &amp; cross-collaboration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Consider the needs of members from diverse backgrounds: apply cross-cultural communication principles and accommodate special needs or disabilities (KE 7, PC 2.3).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Identify opportunities for cross-collaboration with internal and external teams — the DBA team, the security reviewers, an external CloudFormation SME (PC 2.4).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Respectful, inclusive facilitation is what makes a four-person split behave as one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5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Name the common objective, set per-member performance plans, and choose accountability strategies grounded in policy and law.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Plan for the typical contingencies — absence, re-allocation, succession — before the build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Communicate the objective, then allocate the four components one per member with clear instruction.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Facilitate open, respectful, inclusive collaboration and connect with internal/external teams.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6 — lead the team through the build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planned the team and allocated the four components; next you lead, support and monitor them as they write the IaC.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Bring the team plan and allocations — Topic 6 runs the build against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