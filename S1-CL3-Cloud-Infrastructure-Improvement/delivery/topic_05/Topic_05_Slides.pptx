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05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Leading and planning the team build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Leading the build team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Topic 5 opens AT2: the approved design is written as CloudFormation by a **team of four**, one IaC component each — network, compute, database, storage.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Dividing the write is the leadership vehicle: you plan the team, set expectations, and allocate the work — the write itself is a 504 concern, not assessed here.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This Topic is the set-up half of AT2 (plan and stand up the team); leading them *through* the write is Topic 6.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In-world, the team is YAT ICT staff improving Ledgerline.</a:t>
            </a:r>
          </a:p>
        </p:txBody>
      </p:sp>
      <p:pic>
        <p:nvPicPr>
          <p:cNvPr id="5" name="Picture 4" descr="gen-341087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783080"/>
            <a:ext cx="4023360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Objectives, performance plans &amp; accountability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know the goal, set expectations, hold the 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Team objectives, responsibilities &amp; outcomes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Start by naming the common objective: deliver the approved Ledgerline design as working, deployed IaC.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Break it into responsibilities and required outcomes — what the team must produce, and to what standard.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Shared, explicit objectives are what let four separate component-writers pull in one direction.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Performance plans set expectations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performance plan sets each member's expected outcomes, goals and behaviours for their component.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Align each plan to the team objective and to relevant policies — a plan is not a wish-list, it is measurable.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Example: "network component templates valid, peer-reviewed and deployed to us-east-1 by the milestone; collaborates on shared parameters."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Accountability, grounded in organisational &amp; legislative requirements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Choose accountability strategies: clear ownership per component, review checkpoints, a shared definition of done.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Ground them in **organisational requirements** — workplace policies, codes of conduct, and YAT's reputation and culture (KE 1).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Respect the **legislative requirements** relevant to the workplace (work health &amp; safety, privacy, anti-discrimination) (KE 2) — accountability operates inside those rules.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Contingency planning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plan for the things that go wrong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Typical team contingencies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Plan for contingencies that could impact the team before they happen — don't improvise under pressure.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typical workplace ones: unplanned leave or absence of a component owner; re-allocation of work tasks when load shifts; succession planning for important roles (KE 9).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For the build team: if the database-component owner is absent, who picks it up, and how is the handover documented?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contingency is a named trigger plus a pre-agreed response — write it into the team plan.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Communicating &amp; allocating the component work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communicate the goal, then hand out the 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Communicate the objectives &amp; responsibilities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Communicate the common objectives and each member's responsibilities so everyone shares the same picture of "done".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Confirm understanding — a kick-off where the team restates the goal and how the four components integrate.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Clear communication up front is what prevents four components that don't fit together.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Allocate the four components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Allocate the four IaC components — **network, compute, database, storage** — one per member, by expertise or development potential (PC 2.2).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Give appropriate instruction with each allocation: scope of the component, the interfaces it must expose, and any required contingencies (PE 1).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The four allocations integrate into one design — allocate the seams (shared parameters, dependencies), not just the boxes.</a:t>
            </a:r>
          </a:p>
        </p:txBody>
      </p:sp>
      <p:pic>
        <p:nvPicPr>
          <p:cNvPr id="5" name="Picture 4" descr="component-allo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811780"/>
            <a:ext cx="5120640" cy="19659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Plan &amp; allocate the practice build 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For the practice engagement, draft the **team plan**: common objective, per-member performance plans, accountability strategies and contingencies.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**Allocate the four components** to four members with clear instruction and any required contingencies.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Produce the artefact you'll produce for the assessed Ledgerline team — this is the practice run.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~30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04488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Facilitating collaboration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keep the team open, respectful and connected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Facilitation &amp; communication styles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Facilitate open and respectful communication and collaboration between members (PC 2.3).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Use facilitation techniques that build cohesion and effectiveness — stand-ups, shared review, ground rules (KE 3).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Match the method and style of communication to the message and the person (KE 6) — synchronous for decisions, written for the record.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Diverse teams &amp; cross-collaboration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Consider the needs of members from diverse backgrounds: apply cross-cultural communication principles and accommodate special needs or disabilities (KE 7, PC 2.3).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Identify opportunities for cross-collaboration with internal and external teams — the DBA team, the security reviewers, an external CloudFormation SME (PC 2.4).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Respectful, inclusive facilitation is what makes a four-person split behave as one team.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004488"/>
                </a:solidFill>
                <a:latin typeface="Roboto"/>
              </a:rPr>
              <a:t>Topic 5 · 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Name the common objective, set per-member performance plans, and choose accountability strategies grounded in policy and law.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Plan for the typical contingencies — absence, re-allocation, succession — before the build starts.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Communicate the objective, then allocate the four components one per member with clear instruction.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Facilitate open, respectful, inclusive collaboration and connect with internal/external teams.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Next: Topic 6 — lead the team through the build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You've planned the team and allocated the four components; next you lead, support and monitor them as they write the IaC.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Bring the team plan and allocations — Topic 6 runs the build against them.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