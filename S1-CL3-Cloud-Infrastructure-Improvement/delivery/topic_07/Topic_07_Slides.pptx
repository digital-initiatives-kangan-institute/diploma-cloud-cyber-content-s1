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07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Deploying the baseline and applying the improvement as a change-set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Deploy the approved baseline, apply the improvement as a change-set, then monitor, test and refine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approved design to running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AT2 wrote the IaC; AT3 begins — you deploy it, prove it, and refine it in the lab.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Topic: stand up the approved Ledgerline baseline, apply the improvement as a **change-set**, then monitor, test and refine.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Region substitution applies to every deploy: the design targets Sydney (DR Melbourne), but you build in `[scenario: ap-southeast-2 (Sydney) | deploy: us-east-1]`. Same build, only the console Region differs.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`teach → demo → practice`: watch the deploy + change-set demo, then do it on the practice engagement.</a:t>
            </a:r>
          </a:p>
        </p:txBody>
      </p:sp>
      <p:pic>
        <p:nvPicPr>
          <p:cNvPr id="5" name="Picture 4" descr="gen-5c3ead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Deploy the approved architecture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deploy the baseline, then apply the improvement as an update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Apply-as-update: the change-set discipline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Deploy the approved baseline first, then apply the improvement **as a change-set** over it — not a fresh, replacing stack.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change-set is a reviewable diff: you see exactly what will be added or modified before it runs (in-place/additive — no resource replacement, no data migration).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improvement adds app-tier Multi-AZ and scaling; encryption is already baseline, so it is not part of this change.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lab constraint: the database is create-only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The change-set must **not modify the database** — the Learner Lab role denies `rds:ModifyDBInstance`, so the DB tier is create-only.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DB-tier DR (backup / cross-region) therefore stays **design-level** (per AT1), demonstrated on the app tier.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with the console, an SDK, or the CLI — whichever the platform exposes (PE 4); the change-set targets the app tier only.</a:t>
            </a:r>
          </a:p>
        </p:txBody>
      </p:sp>
      <p:pic>
        <p:nvPicPr>
          <p:cNvPr id="5" name="Picture 4" descr="change-set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443" y="1783080"/>
            <a:ext cx="3173354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33172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RECORDED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Deploy the baseline, then apply the change-set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Deploy the approved baseline stack in the lab to CREATE_COMPLETE (`[scenario: ap-southeast-2 (Sydney) | deploy: us-east-1]`).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Create a change-set for the improvement, review the diff (app-tier Multi-AZ + scaling added; DB untouched), then execute 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improved resources in the console/CLI.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786384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498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Play the AWS recorded demo (recorded demo — deploy + change-set)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Deploy + apply the change-set on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practice engagement (the website), deploy the single-AZ baseline, then apply YOUR OWN improvement as a change-set in us-east-1.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Review the diff before executing; confirm the change-set applies the changes you intended, note which are in-place modifies vs replacements, and check the improvement is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Monitor &amp; measure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measure the deploy against the AT1 metrics and business goals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Monitoring against metrics &amp; business goals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Monitor and measure the architecture against the **performance metrics and business goals set at AT1** — the deploy has to prove the improvement, not just exist.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Use industry-standard metrics, methods and monitoring techniques for cloud resources (KE 10): CloudWatch metrics, alarms and dashboards.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Pick the metrics that map to each goal — latency/throughput for performance, healthy-host count for reliability.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Read the numbers on the deployed stack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Point CloudWatch at the deployed resources: CPU/latency/request counts on the app tier, alarm on the thresholds the AT1 goals imply.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metric is only useful against a target — record the baseline reading, then the post-improvement reading, and compare.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Monitoring is evidence: these readings become part of the AT3 implementation record.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Test &amp; demonstrate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prove security, reliability, scalability and cost on the running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Test &amp; demonstrate the improvements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Test and demonstrate the **security, reliability, scalability and cost optimisation** of the deployed resources (PC 3.3) — deploy, test and measure the design against its principles, metrics and goals (PE 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Reliability: fail/remove one app-tier instance and show the Multi-AZ deployment stays available — a **technique to avoid a single point of failure** (KE 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Scalability: drive load and show the app tier scales; cost: show the improvement's cost against the goal.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Testing &amp; debugging techniques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Apply testing/debugging techniques to the deployed system: reproduce, isolate, read the logs/metrics, confirm the fix (KE 7).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 SPOF test is the headline — because the DB tier is create-only here, the reliability demonstration lands on the app tier (DB-tier DR stays design-level).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Every test produces a result you can act on — that feeds C4.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004488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Short-term refinements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act on the test results, now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Apply short-term refinements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Apply **short-term refinements** to the deployed resources according to the test results (PC 3.4) — a threshold tweak, a scaling adjustment, a security-group tightening.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Short-term = what you change now on the running system as a small follow-up change-set; long-term strategy is Topic 8.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Re-measure after each refinement to confirm it moved the metric the right way — the test → refine loop.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004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Topic 7 · Key takeaways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Deploy the approved baseline first, then apply the improvement as an in-place/additive **change-set** — review the diff before executing.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The lab DB tier is create-only (`rds:ModifyDBInstance` denied) — DB-tier DR stays design-level; the improvement lands on the app tier.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Monitor and measure against the AT1 metrics and business goals; test and demonstrate security, reliability, scalability and cost — the SPOF test is the reliability headline.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Apply short-term refinements from the test results and re-measure — the test → refine loop.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8 — document, strategise, sign off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 have deployed, proven and refined the improvement in the lab.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document the as-deployed system, set the long-term strategy, and take it to final sign-off.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