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1 to 9 today, in order. Not a fresh build — the baseline first, the improvement over it.</a:t>
            </a:r>
          </a:p>
          <a:p>
            <a:r>
              <a:t>Say the substitution out loud at every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conceptual core of AT3. Review-before-execute is the discipline the whole Topic runs on.</a:t>
            </a:r>
          </a:p>
          <a:p>
            <a:r>
              <a:t>Question to pose: why baseline-then-change-set instead of deploying the improved stack directly?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lab reality, on the diagram: baseline, change-set adds app-tier redundancy and scaling, database untouched.</a:t>
            </a:r>
          </a:p>
          <a:p>
            <a:r>
              <a:t>Misconception: create-only means DB DR isn't assessed. It's evidenced at design level; the built proof moves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2 — new discipline, taught with its task. The sign-off from the design exercise is the source.</a:t>
            </a:r>
          </a:p>
          <a:p>
            <a:r>
              <a:t>If a test later suggests something outside the scope, it goes to the long-term strategy, not the change-set.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demonstration, educator-led. Narrate the evidence capture — the screenshots taken now are the record later.</a:t>
            </a:r>
          </a:p>
          <a:p>
            <a:r>
              <a:t>A pre-deployed spare stack saves the session if the live deploy is slow. ~8–10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1–2.</a:t>
            </a:r>
          </a:p>
          <a:p>
            <a:r>
              <a:t>The deploy takes time — have them record the scope while the stack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3 — their own approved improvement, applied. The diff review is the assessed habit.</a:t>
            </a:r>
          </a:p>
          <a:p>
            <a:r>
              <a:t>A REPLACE in the diff means data questions — make them notice before executing,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demonstration, educator-led. Pause on the diff and read it aloud — additions, modifies, and the untouched database.</a:t>
            </a:r>
          </a:p>
          <a:p>
            <a:r>
              <a:t>Screenshot the diff and the completed update as the evidence pattern students mirror. ~8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3, each student applying their own design.</a:t>
            </a:r>
          </a:p>
          <a:p>
            <a:r>
              <a:t>Stop anyone executing without reading the diff — the review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4. The metrics were set back in the design — this is where they come due.</a:t>
            </a:r>
          </a:p>
          <a:p>
            <a:r>
              <a:t>One reading proves nothing; the comparison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4.</a:t>
            </a:r>
          </a:p>
          <a:p>
            <a:r>
              <a:t>Every metric watched should trace to a goal from their design; challenge orphans.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5 to 8, one concern per task. The SPOF test is the marquee — killing an instance and watching the service hold.</a:t>
            </a:r>
          </a:p>
          <a:p>
            <a:r>
              <a:t>Because the DB tier is create-only, the reliability demonstration lands on the app tier — restate the constraint where it bites.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repeatable method — a debugging loop you can evidence, against random poking.</a:t>
            </a:r>
          </a:p>
          <a:p>
            <a:r>
              <a:t>The capture-during habit matters most in the SPOF test; the recovering state is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5–8 — the proving session; budget real time.</a:t>
            </a:r>
          </a:p>
          <a:p>
            <a:r>
              <a:t>Each test states what was done, what was observed, and what it proves — push all three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9 — the workbook says plainly the tests will have found something; finding nothing means look harder.</a:t>
            </a:r>
          </a:p>
          <a:p>
            <a:r>
              <a:t>Keep the short/long distinction crisp: applied now versus described for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9.</a:t>
            </a:r>
          </a:p>
          <a:p>
            <a:r>
              <a:t>Every refinement cites the test result that caused it and the re-measurement that confirmed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07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Deploying and proving the improvement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Deploy the baseline, apply your approved improvement, then monitor, test and refine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approved design to running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design is approved and the team's IaC is written; now you individually deploy it, prove it, and refine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Today's arc: baseline up, scope recorded, improvement applied, measured, tested four ways, refined.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Region substitution applies to every deploy: the design names its real regions; you build in us-east-1.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teach, demo, practice — watch the deploy and change-set, then run your own.</a:t>
            </a:r>
          </a:p>
        </p:txBody>
      </p:sp>
      <p:pic>
        <p:nvPicPr>
          <p:cNvPr id="5" name="Picture 4" descr="gen-5c3ead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baseline up, the scope recorded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a known start, an honest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Apply-as-update: the change-set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Deploy the approved baseline first, then apply the improvement as a change-set over it — not a fresh, replacing stack.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change-set is a reviewable diff: what will be added or modified, seen before it runs.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In-place and additive: no resource replacement, no data migration.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lab constraint: the database is create-only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change-set must not modify the database — the lab role denies rds:ModifyDBInstance.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Database-tier DR therefore stays design-level, as designed; the live demonstration lands on the app tier.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Nothing is dropped, only relocated — the constraint is honest and it is documented.</a:t>
            </a:r>
          </a:p>
        </p:txBody>
      </p:sp>
      <p:pic>
        <p:nvPicPr>
          <p:cNvPr id="5" name="Picture 4" descr="change-se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443" y="1783080"/>
            <a:ext cx="3173354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Record what you are authorised to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Before deploying anything else, write down the approved scope — copied from your design sign-off, not remembered.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scope is the boundary for everything that follows: improvements inside it land; ideas outside it wait.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implementer who can show their authorisation is demonstrating governance, not bureaucracy.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Deploy the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Deploy the approved baseline stack in the lab to CREATE_COMPLETE — region set first, substitution said aloud.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Confirm the resources, and capture the evidence as you 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(recorded/live demo)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Baseline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1 and 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Deploy the baseline environment and confirm it serves, then record the scope you are authorised to build from your design sign-off.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Baseline first; the improvement rides over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database tier is create-only; its DR is evidenced in the design.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Scope copied from the sign-off, before anything else deploys.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Apply the approved improvement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your design, applied as a reviewable diff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improvement as a change-set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Create the change-set for your approved improvement; read the diff before executing — every line is an add or a modify you intended.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database shows no changes in the diff; anything that would replace a resource is a flag to stop and think.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Execute, watch to completion, confirm the improved resources are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Apply a change-set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a change-set over the deployed baseline, read the diff with the class, execute it, confirm the improvement is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(recorded/live demo)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Apply your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3.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Apply your own approved improvement as a change-set: review the diff, execute, and confirm the improvement is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apply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Read the diff; know every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database stays untouched; replacements are a stop sign.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Confirmed live, with the evidence captured.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Monitor and measure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measured against the metrics you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Monitoring against the metrics and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Point the monitoring at the deployed resources and measure against the metrics and goals from your design — the deploy has to prove the improvement, not just exist.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Industry-standard tooling: metrics, alarms, dashboards — chosen because each maps to a goal, not to collect everything.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Record the baseline reading and the post-improvement reading; the before-and-after pair is the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Monitor and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4.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Set up the monitoring and measure the deployed architecture against your own metrics and business goals, before and after.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measure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Metrics mapped to goals, alarms on the thresholds.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Before and after — the pair is the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Test and demonstrate, four ways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prove it, don't assert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Demonstrating each concern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Reliability: fail an app-tier instance and show the service stays available — the single-point-of-failure test is the headline.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Security: show the layers hold — the isolation that should block, blocks. Scalability: drive load and show capacity move.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Cost: show the improvement's running cost against the goal. Four concerns, four demonstrations — a claim is not a demonstration.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Testing and debugging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loop: reproduce, isolate, read the logs and metrics, confirm the fix.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test produces a result you can act on — the findings feed the refinements next.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Capture as you test: the screenshot taken during the failure is the one you can't take afterwards.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Test and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5, 6, 7 and 8.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Test and demonstrate reliability, security, scalability and cost optimisation on your deployed system, capturing the evidence as each test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Section 4 · The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Four concerns, four demonstrations.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SPOF test is the reliability headline.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Reproduce, isolate, read, confirm — and capture during, not after.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Short-term refinements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act on the results,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Apply what the tests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Your tests will have found something — a threshold too tight, a missing alarm, a slow health check, capacity set wrong.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Short-term means applied now, on the running system, as a small follow-up change; the long-term strategy is next Topic.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Re-measure after each refinement — a refinement you don't re-measure isn't finished.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Refine and re-measure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9.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Apply the short-term refinements your test results call for, and re-measure to confirm each one moved the metric the right 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Topic 7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Baseline, scope, improvement — in that order, as reviewable diffs.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Measured before and after against your own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Four demonstrations, evidence captured during.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Refined from the results, and re-measured.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8 — document, strategise, close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Deployed, proven, refined — the improvement runs and the evidence exists.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the as-deployed record, the long-term strategy, the handover, and taking it all 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