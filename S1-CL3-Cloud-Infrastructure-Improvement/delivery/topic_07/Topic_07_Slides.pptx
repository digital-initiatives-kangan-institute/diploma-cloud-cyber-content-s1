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7 as the START of AT3 — AT2 wrote the IaC; now you DEPLOY, PROVE and REFINE it in the</a:t>
            </a:r>
          </a:p>
          <a:p>
            <a:r>
              <a:t>lab. Set the deploy discipline; don't teach change-sets yet.</a:t>
            </a:r>
          </a:p>
          <a:p>
            <a:r>
              <a:t>• First bullet: AT2 wrote the IaC; AT3 begins — deploy it, prove it, refine it.</a:t>
            </a:r>
          </a:p>
          <a:p>
            <a:r>
              <a:t>• Second bullet: today's arc — stand up the approved Ledgerline baseline, apply the improvement as a</a:t>
            </a:r>
          </a:p>
          <a:p>
            <a:r>
              <a:t>CHANGE-SET, then monitor, test and refine.</a:t>
            </a:r>
          </a:p>
          <a:p>
            <a:r>
              <a:t>• Third bullet (say it explicitly): Region substitution applies to EVERY deploy — the design targets</a:t>
            </a:r>
          </a:p>
          <a:p>
            <a:r>
              <a:t>Sydney (DR Melbourne) but you build in [scenario: ap-southeast-2 (Sydney) | deploy: us-east-1]. Same</a:t>
            </a:r>
          </a:p>
          <a:p>
            <a:r>
              <a:t>build; only the console Region differs.</a:t>
            </a:r>
          </a:p>
          <a:p>
            <a:r>
              <a:t>• Fourth bullet: the rhythm — teach → demo → practice: watch the deploy + change-set demo, then do it</a:t>
            </a:r>
          </a:p>
          <a:p>
            <a:r>
              <a:t>on the practice engagement.</a:t>
            </a:r>
          </a:p>
          <a:p>
            <a:r>
              <a:t>Misconception to pre-empt: "AT3 is a fresh build from scratch." No — you deploy the APPROVED baseline</a:t>
            </a:r>
          </a:p>
          <a:p>
            <a:r>
              <a:t>first, then apply the improvement OVER it as a change-set. That apply-as-update discipline is the whole</a:t>
            </a:r>
          </a:p>
          <a:p>
            <a:r>
              <a:t>Topic.</a:t>
            </a:r>
          </a:p>
          <a:p>
            <a:r>
              <a:t>Question to pose: "Why deploy the baseline first and change-set the improvement, instead of just</a:t>
            </a:r>
          </a:p>
          <a:p>
            <a:r>
              <a:t>deploying the improved stack directly?" (draws out the reviewable-diff, in-place, no-data-migration</a:t>
            </a:r>
          </a:p>
          <a:p>
            <a:r>
              <a:t>reasoning).</a:t>
            </a:r>
          </a:p>
          <a:p>
            <a:r>
              <a:t>UoC/AT3 tie: opens the AT3 deploy arc — ICTCLD504 el 3; everything today feeds the AT3 implementation</a:t>
            </a:r>
          </a:p>
          <a:p>
            <a:r>
              <a:t>record (deploy, monitoring, test results, refinements).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for C1 — teach what a change-set IS and why the improvement lands as one. This is the</a:t>
            </a:r>
          </a:p>
          <a:p>
            <a:r>
              <a:t>conceptual core of AT3.</a:t>
            </a:r>
          </a:p>
          <a:p>
            <a:r>
              <a:t>• First bullet: deploy the approved BASELINE first, then apply the improvement AS A CHANGE-SET over it</a:t>
            </a:r>
          </a:p>
          <a:p>
            <a:r>
              <a:t>— not a fresh, replacing stack. Two steps, in order.</a:t>
            </a:r>
          </a:p>
          <a:p>
            <a:r>
              <a:t>• Second bullet: a change-set is a REVIEWABLE DIFF — you see exactly what will be added or modified</a:t>
            </a:r>
          </a:p>
          <a:p>
            <a:r>
              <a:t>before it runs (in-place/additive — no resource replacement, no data migration). "Review before</a:t>
            </a:r>
          </a:p>
          <a:p>
            <a:r>
              <a:t>execute" is the discipline.</a:t>
            </a:r>
          </a:p>
          <a:p>
            <a:r>
              <a:t>• Third bullet: the improvement adds app-tier Multi-AZ and scaling; ENCRYPTION is already baseline, so</a:t>
            </a:r>
          </a:p>
          <a:p>
            <a:r>
              <a:t>it is NOT part of this change. Scope the change precisely.</a:t>
            </a:r>
          </a:p>
          <a:p>
            <a:r>
              <a:t>Misconception to pre-empt: "a change-set replaces the old resources with new ones." No — here it's</a:t>
            </a:r>
          </a:p>
          <a:p>
            <a:r>
              <a:t>in-place/additive; replacement would mean data migration, which we explicitly avoid. Review the diff to</a:t>
            </a:r>
          </a:p>
          <a:p>
            <a:r>
              <a:t>confirm modifies, not replaces.</a:t>
            </a:r>
          </a:p>
          <a:p>
            <a:r>
              <a:t>Question to pose: "Before you execute a change-set, what should you check in the diff — and what would</a:t>
            </a:r>
          </a:p>
          <a:p>
            <a:r>
              <a:t>a REPLACE on the database mean?" (draws out review-before-execute + why replace is dangerous).</a:t>
            </a:r>
          </a:p>
          <a:p>
            <a:r>
              <a:t>UoC/AT3 tie: ICTCLD504 PC 3.1 (deploy approved architecture) + PE 4 (console/SDK/CLI) → the deploy</a:t>
            </a:r>
          </a:p>
          <a:p>
            <a:r>
              <a:t>evidence in AT3; sets up the lab DB constraint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lab reality that shapes the whole deploy — use the change-set-flow diagram (baseline → change-set</a:t>
            </a:r>
          </a:p>
          <a:p>
            <a:r>
              <a:t>adds app-tier Multi-AZ + scaling, DB untouched → improved stack).</a:t>
            </a:r>
          </a:p>
          <a:p>
            <a:r>
              <a:t>• First bullet: the change-set must NOT modify the database — the Learner Lab role denies</a:t>
            </a:r>
          </a:p>
          <a:p>
            <a:r>
              <a:t>rds:ModifyDBInstance, so the DB tier is CREATE-ONLY. State the technical constraint plainly.</a:t>
            </a:r>
          </a:p>
          <a:p>
            <a:r>
              <a:t>• Second bullet: therefore DB-tier DR (backup / cross-region) stays DESIGN-LEVEL (per AT1), and the</a:t>
            </a:r>
          </a:p>
          <a:p>
            <a:r>
              <a:t>reliability demonstration lands on the APP tier. The constraint is honest, not a gap.</a:t>
            </a:r>
          </a:p>
          <a:p>
            <a:r>
              <a:t>• Third bullet: deploy with the console, an SDK, or the CLI — whichever the platform exposes (PE 4);</a:t>
            </a:r>
          </a:p>
          <a:p>
            <a:r>
              <a:t>the change-set targets the APP TIER only.</a:t>
            </a:r>
          </a:p>
          <a:p>
            <a:r>
              <a:t>Misconception to pre-empt: "create-only means the database DR isn't assessed." No — it's designed and</a:t>
            </a:r>
          </a:p>
          <a:p>
            <a:r>
              <a:t>evidenced at design level (AT1); the lab just can't apply it live, so the built demonstration moves to</a:t>
            </a:r>
          </a:p>
          <a:p>
            <a:r>
              <a:t>the app tier. Nothing is dropped, only relocated.</a:t>
            </a:r>
          </a:p>
          <a:p>
            <a:r>
              <a:t>Question to pose: "The lab denies rds:ModifyDBInstance — so where do you DEMONSTRATE reliability, and</a:t>
            </a:r>
          </a:p>
          <a:p>
            <a:r>
              <a:t>where does DB-tier DR get evidenced instead?" (app tier live; DB tier at design level).</a:t>
            </a:r>
          </a:p>
          <a:p>
            <a:r>
              <a:t>UoC/AT3 tie: ICTCLD504 PC 3.1 + PE 4 → the deploy is scoped to what the lab allows; the substitution</a:t>
            </a:r>
          </a:p>
          <a:p>
            <a:r>
              <a:t>keeps the assessment honest (documented in the AT3 record).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(educator-led, LIVE) — demonstrate the course's OWN deploy on the lab-pack in front of</a:t>
            </a:r>
          </a:p>
          <a:p>
            <a:r>
              <a:t>the class, then students replicate on the practice engagement next slide. There is no recorded</a:t>
            </a:r>
          </a:p>
          <a:p>
            <a:r>
              <a:t>substitute; screen your own live console/CLI.</a:t>
            </a:r>
          </a:p>
          <a:p/>
          <a:p>
            <a:r>
              <a:t>WHAT TO DEMONSTRATE (step by step, narrating as you go):</a:t>
            </a:r>
          </a:p>
          <a:p>
            <a:r>
              <a:t>1. Deploy the approved BASELINE stack in the lab to CREATE_COMPLETE — set the console Region to</a:t>
            </a:r>
          </a:p>
          <a:p>
            <a:r>
              <a:t>us-east-1 first ([scenario: ap-southeast-2 (Sydney) | deploy: us-east-1]); say the substitution out loud.</a:t>
            </a:r>
          </a:p>
          <a:p>
            <a:r>
              <a:t>2. Create a CHANGE-SET for the improvement; open the diff and read it WITH the class — app-tier</a:t>
            </a:r>
          </a:p>
          <a:p>
            <a:r>
              <a:t>Multi-AZ + scaling added; database untouched.</a:t>
            </a:r>
          </a:p>
          <a:p>
            <a:r>
              <a:t>3. Execute the change-set; watch it to UPDATE_COMPLETE.</a:t>
            </a:r>
          </a:p>
          <a:p>
            <a:r>
              <a:t>4. Confirm the improved resources in the console/CLI (the new app-tier instances, the scaling config).</a:t>
            </a:r>
          </a:p>
          <a:p/>
          <a:p>
            <a:r>
              <a:t>WHAT TO EMPHASISE:</a:t>
            </a:r>
          </a:p>
          <a:p>
            <a:r>
              <a:t>• REVIEW THE DIFF BEFORE EXECUTING — pause on it; this is the discipline, not a formality. Point out</a:t>
            </a:r>
          </a:p>
          <a:p>
            <a:r>
              <a:t>modifies vs any replaces.</a:t>
            </a:r>
          </a:p>
          <a:p>
            <a:r>
              <a:t>• The DB tier shows NO changes in the diff — tie it back to the create-only constraint</a:t>
            </a:r>
          </a:p>
          <a:p>
            <a:r>
              <a:t>(rds:ModifyDBInstance denied).</a:t>
            </a:r>
          </a:p>
          <a:p>
            <a:r>
              <a:t>• Region visible before anything is created — model setting it first.</a:t>
            </a:r>
          </a:p>
          <a:p>
            <a:r>
              <a:t>• Narrate the evidence capture — screenshot the diff and the CREATE_COMPLETE / UPDATE_COMPLETE states</a:t>
            </a:r>
          </a:p>
          <a:p>
            <a:r>
              <a:t>as you go; students must mirror this in AT3.</a:t>
            </a:r>
          </a:p>
          <a:p/>
          <a:p>
            <a:r>
              <a:t>PREP: a clean Learner Lab open, the approved baseline template + the improvement change ready to load,</a:t>
            </a:r>
          </a:p>
          <a:p>
            <a:r>
              <a:t>Region set to us-east-1. ~10–12 min to deploy + change-set + narrate before the activity. If a deploy is</a:t>
            </a:r>
          </a:p>
          <a:p>
            <a:r>
              <a:t>slow, have a pre-deployed baseline stack ready so the change-set step isn't rushed.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do what you just demoed, on the PRACTICE engagement (the</a:t>
            </a:r>
          </a:p>
          <a:p>
            <a:r>
              <a:t>website), in us-east-1.</a:t>
            </a:r>
          </a:p>
          <a:p>
            <a:r>
              <a:t>Tell students, in these words: "On the practice engagement, deploy the single-AZ baseline, then apply</a:t>
            </a:r>
          </a:p>
          <a:p>
            <a:r>
              <a:t>YOUR OWN improvement as a change-set in us-east-1. Review the diff before you execute, confirm it</a:t>
            </a:r>
          </a:p>
          <a:p>
            <a:r>
              <a:t>applies the changes you intended, and check the improvement is live."</a:t>
            </a:r>
          </a:p>
          <a:p>
            <a:r>
              <a:t>Steps (put on the board):</a:t>
            </a:r>
          </a:p>
          <a:p>
            <a:r>
              <a:t>1. Deploy the single-AZ baseline to CREATE_COMPLETE (Region us-east-1 — [scenario: ap-southeast-2</a:t>
            </a:r>
          </a:p>
          <a:p>
            <a:r>
              <a:t>(Sydney) | deploy: us-east-1]).</a:t>
            </a:r>
          </a:p>
          <a:p>
            <a:r>
              <a:t>2. Create a change-set for your improvement; REVIEW the diff.</a:t>
            </a:r>
          </a:p>
          <a:p>
            <a:r>
              <a:t>3. Note which changes are in-place MODIFIES vs REPLACEMENTS; confirm the DB isn't being modified.</a:t>
            </a:r>
          </a:p>
          <a:p>
            <a:r>
              <a:t>4. Execute; confirm the improvement is live.</a:t>
            </a:r>
          </a:p>
          <a:p>
            <a:r>
              <a:t>Must produce: a deployed baseline, a reviewed change-set, and evidence the improvement applied (diff</a:t>
            </a:r>
          </a:p>
          <a:p>
            <a:r>
              <a:t>screenshot + the live improved resources) — the practice version of the AT3 deploy.</a:t>
            </a:r>
          </a:p>
          <a:p>
            <a:r>
              <a:t>Timing: ~35 min. Where they get stuck: the baseline deploy is slow (have them start it, then read the</a:t>
            </a:r>
          </a:p>
          <a:p>
            <a:r>
              <a:t>diff of a prepared change-set while it runs); they execute WITHOUT reading the diff (stop them —</a:t>
            </a:r>
          </a:p>
          <a:p>
            <a:r>
              <a:t>reviewing it is the point); and a change that would REPLACE a resource surprises them — make them notice</a:t>
            </a:r>
          </a:p>
          <a:p>
            <a:r>
              <a:t>it in the diff.</a:t>
            </a:r>
          </a:p>
          <a:p>
            <a:r>
              <a:t>Share-back prompt: ask one student which line of their diff was a modify and which (if any) was a</a:t>
            </a:r>
          </a:p>
          <a:p>
            <a:r>
              <a:t>replace, and what that means for data.</a:t>
            </a:r>
          </a:p>
          <a:p>
            <a:r>
              <a:t>No-leakage note: the website is the PRACTICE vehicle — AT3 assesses the same deploy on the Ledgerline</a:t>
            </a:r>
          </a:p>
          <a:p>
            <a:r>
              <a:t>system (comparable, not identical); keep them on the practice engagement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a deploy has to PROVE the improvement, not just exist. PC 3.2 and KE 10 land here.</a:t>
            </a:r>
          </a:p>
          <a:p>
            <a:r>
              <a:t>• First bullet: monitor and measure the architecture against the PERFORMANCE METRICS and BUSINESS</a:t>
            </a:r>
          </a:p>
          <a:p>
            <a:r>
              <a:t>GOALS set at AT1 — the deploy proves the improvement against the targets you already agreed.</a:t>
            </a:r>
          </a:p>
          <a:p>
            <a:r>
              <a:t>• Second bullet: use industry-standard metrics, methods and monitoring techniques for cloud resources</a:t>
            </a:r>
          </a:p>
          <a:p>
            <a:r>
              <a:t>(KE 10) — CloudWatch metrics, alarms and dashboards. Name the tooling.</a:t>
            </a:r>
          </a:p>
          <a:p>
            <a:r>
              <a:t>• Third bullet: pick the metrics that MAP to each goal — latency/throughput for performance,</a:t>
            </a:r>
          </a:p>
          <a:p>
            <a:r>
              <a:t>healthy-host count for reliability. A metric with no goal behind it is noise.</a:t>
            </a:r>
          </a:p>
          <a:p>
            <a:r>
              <a:t>Misconception to pre-empt: "monitoring = turn on CloudWatch and collect everything." No — you measure</a:t>
            </a:r>
          </a:p>
          <a:p>
            <a:r>
              <a:t>against the AT1 goals; the skill is choosing the metric that evidences a specific goal, not maximising</a:t>
            </a:r>
          </a:p>
          <a:p>
            <a:r>
              <a:t>data.</a:t>
            </a:r>
          </a:p>
          <a:p>
            <a:r>
              <a:t>Question to pose: "Your AT1 goal was 'improve availability' — which specific metric proves it, and what</a:t>
            </a:r>
          </a:p>
          <a:p>
            <a:r>
              <a:t>alarm threshold would you set?" (ties a goal to a metric to a threshold).</a:t>
            </a:r>
          </a:p>
          <a:p>
            <a:r>
              <a:t>UoC/AT3 tie: ICTCLD504 PC 3.2 + KE 10 (monitor/measure against metrics and business goals) → the</a:t>
            </a:r>
          </a:p>
          <a:p>
            <a:r>
              <a:t>monitoring evidence in the AT3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how-to for Section 2 — point monitoring at the ACTUAL deployed resources and read them against</a:t>
            </a:r>
          </a:p>
          <a:p>
            <a:r>
              <a:t>targets.</a:t>
            </a:r>
          </a:p>
          <a:p>
            <a:r>
              <a:t>• First bullet: point CloudWatch at the deployed resources — CPU/latency/request counts on the app</a:t>
            </a:r>
          </a:p>
          <a:p>
            <a:r>
              <a:t>tier; alarm on the thresholds the AT1 goals imply. Concrete metrics on concrete resources.</a:t>
            </a:r>
          </a:p>
          <a:p>
            <a:r>
              <a:t>• Second bullet (the key discipline): a metric is only useful AGAINST A TARGET — record the BASELINE</a:t>
            </a:r>
          </a:p>
          <a:p>
            <a:r>
              <a:t>reading, then the POST-IMPROVEMENT reading, and compare. Before/after is what proves the improvement.</a:t>
            </a:r>
          </a:p>
          <a:p>
            <a:r>
              <a:t>• Third bullet: monitoring is EVIDENCE — these readings become part of the AT3 implementation record.</a:t>
            </a:r>
          </a:p>
          <a:p>
            <a:r>
              <a:t>Capture them as you go.</a:t>
            </a:r>
          </a:p>
          <a:p>
            <a:r>
              <a:t>Misconception to pre-empt: "one post-improvement reading proves the improvement." No — without the</a:t>
            </a:r>
          </a:p>
          <a:p>
            <a:r>
              <a:t>baseline reading you have nothing to compare to; the before/after pair is the proof.</a:t>
            </a:r>
          </a:p>
          <a:p>
            <a:r>
              <a:t>Question to pose: "You added app-tier scaling — what two readings do you need to show it helped, and</a:t>
            </a:r>
          </a:p>
          <a:p>
            <a:r>
              <a:t>when do you take each?" (draws out baseline vs post-improvement).</a:t>
            </a:r>
          </a:p>
          <a:p>
            <a:r>
              <a:t>UoC/AT3 tie: ICTCLD504 PC 3.2 + KE 10 → the baseline / post-improvement readings evidenced in the AT3</a:t>
            </a:r>
          </a:p>
          <a:p>
            <a:r>
              <a:t>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PROVE the four concerns on the running system. PC 3.3, PE 2 and KE 7 land here.</a:t>
            </a:r>
          </a:p>
          <a:p>
            <a:r>
              <a:t>• First bullet: test and demonstrate the SECURITY, RELIABILITY, SCALABILITY and COST OPTIMISATION of</a:t>
            </a:r>
          </a:p>
          <a:p>
            <a:r>
              <a:t>the deployed resources (PC 3.3) — deploy, test and measure the design against its principles, metrics</a:t>
            </a:r>
          </a:p>
          <a:p>
            <a:r>
              <a:t>and goals (PE 2). Four concerns, all demonstrated.</a:t>
            </a:r>
          </a:p>
          <a:p>
            <a:r>
              <a:t>• Second bullet (the headline): RELIABILITY — fail/remove one app-tier instance and show the Multi-AZ</a:t>
            </a:r>
          </a:p>
          <a:p>
            <a:r>
              <a:t>deployment stays available — a technique to AVOID A SINGLE POINT OF FAILURE (KE 7). This is the marquee</a:t>
            </a:r>
          </a:p>
          <a:p>
            <a:r>
              <a:t>test.</a:t>
            </a:r>
          </a:p>
          <a:p>
            <a:r>
              <a:t>• Third bullet: SCALABILITY — drive load and show the app tier scales; COST — show the improvement's</a:t>
            </a:r>
          </a:p>
          <a:p>
            <a:r>
              <a:t>cost against the goal. Each concern gets a demonstration.</a:t>
            </a:r>
          </a:p>
          <a:p>
            <a:r>
              <a:t>Misconception to pre-empt: "demonstrating reliability means saying it's reliable." No — you have to</a:t>
            </a:r>
          </a:p>
          <a:p>
            <a:r>
              <a:t>SHOW it: kill an instance and show continued availability. A claim isn't a demonstration.</a:t>
            </a:r>
          </a:p>
          <a:p>
            <a:r>
              <a:t>Question to pose: "How do you PROVE, not assert, that the app tier has no single point of failure?"</a:t>
            </a:r>
          </a:p>
          <a:p>
            <a:r>
              <a:t>(draws out the fail-an-instance SPOF test).</a:t>
            </a:r>
          </a:p>
          <a:p>
            <a:r>
              <a:t>UoC/AT3 tie: ICTCLD504 PC 3.3 + PE 2 + KE 7 → the test-and-demonstrate evidence across the four</a:t>
            </a:r>
          </a:p>
          <a:p>
            <a:r>
              <a:t>concerns in AT3.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technique slide for Section 3 — give a repeatable testing/debugging method (KE 7) and place the</a:t>
            </a:r>
          </a:p>
          <a:p>
            <a:r>
              <a:t>SPOF test.</a:t>
            </a:r>
          </a:p>
          <a:p>
            <a:r>
              <a:t>• First bullet: apply testing/debugging techniques to the deployed system — reproduce, isolate, read</a:t>
            </a:r>
          </a:p>
          <a:p>
            <a:r>
              <a:t>the logs/metrics, confirm the fix (KE 7). A four-step debugging loop.</a:t>
            </a:r>
          </a:p>
          <a:p>
            <a:r>
              <a:t>• Second bullet: the SPOF test is the headline — and because the DB tier is CREATE-ONLY here, the</a:t>
            </a:r>
          </a:p>
          <a:p>
            <a:r>
              <a:t>reliability demonstration lands on the APP tier (DB-tier DR stays design-level). Same constraint as C1,</a:t>
            </a:r>
          </a:p>
          <a:p>
            <a:r>
              <a:t>restated where it bites.</a:t>
            </a:r>
          </a:p>
          <a:p>
            <a:r>
              <a:t>• Third bullet: every test produces a RESULT you can act on — that feeds C4 (short-term refinements).</a:t>
            </a:r>
          </a:p>
          <a:p>
            <a:r>
              <a:t>Testing isn't the end; it drives the refine loop.</a:t>
            </a:r>
          </a:p>
          <a:p>
            <a:r>
              <a:t>Misconception to pre-empt: "debugging is random poking until it works." No — reproduce → isolate → read</a:t>
            </a:r>
          </a:p>
          <a:p>
            <a:r>
              <a:t>logs/metrics → confirm; a method you can evidence, not trial and error.</a:t>
            </a:r>
          </a:p>
          <a:p>
            <a:r>
              <a:t>Question to pose: "Your SPOF test shows a slow failover — walk the reproduce → isolate → read → confirm</a:t>
            </a:r>
          </a:p>
          <a:p>
            <a:r>
              <a:t>loop on it" (rehearses the technique; leads into C4).</a:t>
            </a:r>
          </a:p>
          <a:p>
            <a:r>
              <a:t>UoC/AT3 tie: ICTCLD504 KE 7 + PC 3.3 + PE 2 → the testing/debugging evidence in AT3; feeds the</a:t>
            </a:r>
          </a:p>
          <a:p>
            <a:r>
              <a:t>refinements in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deploy loop — ACT on the test results now. PC 3.4 lands here.</a:t>
            </a:r>
          </a:p>
          <a:p>
            <a:r>
              <a:t>• First bullet: apply SHORT-TERM refinements to the deployed resources according to the test results</a:t>
            </a:r>
          </a:p>
          <a:p>
            <a:r>
              <a:t>(PC 3.4) — a threshold tweak, a scaling adjustment, a security-group tightening. Small, immediate</a:t>
            </a:r>
          </a:p>
          <a:p>
            <a:r>
              <a:t>changes.</a:t>
            </a:r>
          </a:p>
          <a:p>
            <a:r>
              <a:t>• Second bullet: SHORT-TERM = what you change NOW on the running system as a small follow-up</a:t>
            </a:r>
          </a:p>
          <a:p>
            <a:r>
              <a:t>change-set; LONG-TERM strategy is Topic 8. Draw the line explicitly.</a:t>
            </a:r>
          </a:p>
          <a:p>
            <a:r>
              <a:t>• Third bullet: RE-MEASURE after each refinement to confirm it moved the metric the right way — the</a:t>
            </a:r>
          </a:p>
          <a:p>
            <a:r>
              <a:t>test → refine loop. A refinement you don't re-measure isn't finished.</a:t>
            </a:r>
          </a:p>
          <a:p>
            <a:r>
              <a:t>Misconception to pre-empt: "short-term and long-term improvements are the same list." No — short-term</a:t>
            </a:r>
          </a:p>
          <a:p>
            <a:r>
              <a:t>is applied now on the deployed stack (PC 3.4); long-term is described, not applied (Topic 8, PC 4.2).</a:t>
            </a:r>
          </a:p>
          <a:p>
            <a:r>
              <a:t>Don't mix them.</a:t>
            </a:r>
          </a:p>
          <a:p>
            <a:r>
              <a:t>Question to pose: "Your SPOF test showed failover was slow — what's a SHORT-TERM refinement you'd apply</a:t>
            </a:r>
          </a:p>
          <a:p>
            <a:r>
              <a:t>now, and how do you confirm it worked?" (draws out tweak + re-measure).</a:t>
            </a:r>
          </a:p>
          <a:p>
            <a:r>
              <a:t>UoC/AT3 tie: ICTCLD504 PC 3.4 (short-term refinements from test results) → the refinement evidence in</a:t>
            </a:r>
          </a:p>
          <a:p>
            <a:r>
              <a:t>AT3; long-term strategy is Topic 8 (PC 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Deploying the baseline and applying the improvement as a change-set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Deploy the approved baseline, apply the improvement as a change-set, then monitor, test and refine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approved design to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wrote the IaC; AT3 begins — you deploy it, prove it, and refine it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stand up the approved Ledgerline baseline, apply the improvement as a change-set, then monitor, test and refine.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applies to every deploy: the design targets Sydney (DR Melbourne), but you build in [scenario: ap-southeast-2 (Sydney) | deploy: us-east-1].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teach → demo → practice: watch the deploy + change-set demo, then do it on the practice engagement.</a:t>
            </a:r>
          </a:p>
        </p:txBody>
      </p:sp>
      <p:pic>
        <p:nvPicPr>
          <p:cNvPr id="5" name="Picture 4" descr="gen-5c3ea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the approved architecture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 the baseline, then apply the improvement as an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Apply-as-update: the change-set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the approved baseline first, then apply the improvement as a change-set over it — not a fresh, replacing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change-set is a reviewable diff: you see exactly what will be added or modified before it runs (in-place/additive — no resource replacement, no data migration).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improvement adds app-tier Multi-AZ and scaling; encryption is already baseline, so it is not part of this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lab constraint: the database is create-only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change-set must not modify the database — the Learner Lab role denies rds:ModifyDBInstance, so the DB tier is create-only.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DB-tier DR (backup / cross-region) therefore stays design-level (per AT1), demonstrated on the app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with the console, an SDK, or the CLI — whichever the platform exposes (PE 4); the change-set targets the app tier only.</a:t>
            </a:r>
          </a:p>
        </p:txBody>
      </p:sp>
      <p:pic>
        <p:nvPicPr>
          <p:cNvPr id="5" name="Picture 4" descr="change-s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baseline, then apply the change-set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approved baseline stack in the lab to CREATE_COMPLETE ([scenario: ap-southeast-2 (Sydney) | deploy: us-east-1]).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change-set for the improvement, review the diff (app-tier Multi-AZ + scaling added; DB untouched), then execute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improved resources in the console/CLI.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 demo — deploy + change-set)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+ apply the change-set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 (the website), deploy the single-AZ baseline, then apply YOUR OWN improvement as a change-set in us-east-1.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executing; confirm the change-set applies the changes you intended, note which are in-place modifies vs replacements, and check the improvement is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 &amp; measure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the deploy against the AT1 metrics and business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Monitoring against metrics &amp; business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 and measure the architecture against the performance metrics and business goals set at AT1 — the deploy has to prove the improvement, not just exist.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industry-standard metrics, methods and monitoring techniques for cloud resources (KE 10): CloudWatch metrics, alarms and dashboards.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Pick the metrics that map to each goal — latency/throughput for performance, healthy-host count for reliability.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the numbers on the deployed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Point CloudWatch at the deployed resources: CPU/latency/request counts on the app tier, alarm on the thresholds the AT1 goals imply.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only useful against a target — record the baseline reading, then the post-improvement reading, and compare.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is evidence: these readings become part of the AT3 implementation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demonstrate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prove security, reliability, scalability and cost on the running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&amp; demonstrate the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demonstrate the security, reliability, scalability and cost optimisation of the deployed resources (PC 3.3) — deploy, test and measure the design against its principles, metrics and goals (PE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Reliability: fail/remove one app-tier instance and show the Multi-AZ deployment stays available — a technique to avoid a single point of failure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Scalability: drive load and show the app tier scales; cost: show the improvement's cost against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Testing &amp; debugging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testing/debugging techniques to the deployed system: reproduce, isolate, read the logs/metrics, confirm the fix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SPOF test is the headline — because the DB tier is create-only here, the reliability demonstration lands on the app tier (DB-tier DR stays design-level).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test produces a result you can act on — that feeds C4.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Short-term refinements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act on the test results,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 short-term refinements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short-term refinements to the deployed resources according to the test results (PC 3.4) — a threshold tweak, a scaling adjustment, a security-group tightening.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Short-term = what you change now on the running system as a small follow-up change-set; long-term strategy is Topic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Re-measure after each refinement to confirm it moved the metric the right way — the test → refine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7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Deploy the approved baseline first, then apply the improvement as an in-place/additive change-set — review the diff before executing.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lab DB tier is create-only (rds:ModifyDBInstance denied) — DB-tier DR stays design-level; the improvement lands on the app tier.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 and measure against the AT1 metrics and business goals; test and demonstrate security, reliability, scalability and cost — the SPOF test is the reliability headline.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Apply short-term refinements from the test results and re-measure — the test → refine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document, strategise, sign 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have deployed, proven and refined the improvement in the lab.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the as-deployed system, set the long-term strategy, and take it to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