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tasks 8 and 9 today, then the object-storage question. Metrics before design — you can't design to a target you haven't set.</a:t>
            </a:r>
          </a:p>
          <a:p>
            <a:r>
              <a:t>Misconception: scalable = big enough for the busiest day. That's over-provisioning; scalable means capacity moves with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8. The goals came from Topic 1; today each one gets its number.</a:t>
            </a:r>
          </a:p>
          <a:p>
            <a:r>
              <a:t>"Be reliable" is the goal restated — push to availability percentages, recovery-time targets, response times, cost per period.</a:t>
            </a:r>
          </a:p>
          <a:p>
            <a:r>
              <a:t>These exact metrics are what AT3's monitoring and testing measure against — say so; it motivates the care.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8.</a:t>
            </a:r>
          </a:p>
          <a:p>
            <a:r>
              <a:t>The sanity check: could a later test pass or fail against each metric? If not, tighten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definition that governs the Topic. Both directions of elasticity matter — releasing capacity is where the saving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the whole design (and the AT2 work-split) is organised by. Not all four tiers scale the same way — that distinction is the teaching.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per tier. The database consistency constraint matters — it's an accounting system; you scale reads, you don't shard the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discipline that turns selections into a defensible design. "To be safe" is not a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9 — the biggest design task in AT1.</a:t>
            </a:r>
          </a:p>
          <a:p>
            <a:r>
              <a:t>Watch for over-provisioning, and for network/database marked elastic when they support scale rather than scale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Contextual knowledge for the assessment's Q2 — the contrast is the answer: static content suits object storage; a transactional ledger does not.</a:t>
            </a:r>
          </a:p>
          <a:p>
            <a:r>
              <a:t>Be ready to explain provisioning object storage for a static-site workload — that's the examinable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assessment Q2 rehearsed. The practice workbook carries no questions — use the assessment's.</a:t>
            </a:r>
          </a:p>
          <a:p>
            <a:r>
              <a:t>Check both halves are present: the contrast, and the provisioning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Metrics, and the four-component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Confirm the metrics the improvement is measured by, then design the four resource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 starts with a yardstick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analysis is done and the decisions are confirmed; now the design work starts.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First the metrics — the numbers the improved system will be measured against — then the four resource tiers.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Scalability here means elastic capacity-on-demand, demonstrable by test — not a forecast, and not over-provisioning.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business needs — the build is AT3.</a:t>
            </a:r>
          </a:p>
        </p:txBody>
      </p:sp>
      <p:pic>
        <p:nvPicPr>
          <p:cNvPr id="5" name="Picture 4" descr="gen-5b8488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Confirm the performance metrics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 number with a target, for every goal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goals to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goal is directional; a metric makes it measurable — a number with a target the improved system can be tested against.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and confirm the metrics for each goal: availability, recovery times, response time, cost per period.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them so a later test can pass or fail against them — these numbers come back in the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Confirm the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8.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Evaluate and confirm the performance metrics for the practice engagement — a named metric and a target value for each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yardstick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Every goal gets a metric; every metric gets a target.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Written to be tested against, later, by the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Design the four resource tiers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select and improve each tier to the business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Scalability is elastic capacity-on-demand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Elastic capacity: add resources as load rises, release them as load falls — pay for what you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test of a scalable design is a demonstration — it scales on demand, proven later by test — not a load forecast on paper.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Over-provisioning fixed spare capacity is not scalability; right-size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four resource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Split the design across four tiers: network, compute, database,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Compute and storage scale elastically on demand; network and database are selected and configured to support that scale.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These are the same four units the build team later divides the IaC work by — a clean seam from design to build.</a:t>
            </a:r>
          </a:p>
        </p:txBody>
      </p:sp>
      <p:pic>
        <p:nvPicPr>
          <p:cNvPr id="5" name="Picture 4" descr="four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31820"/>
            <a:ext cx="5120640" cy="1325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Selecting and improving each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Network: right-size the path and load-spreading so the tier below can scale out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Compute: move from fixed capacity to a pool that grows and shrinks on demand.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Database: select a managed service that scales reads without a rebuild, keeping the accounting data consistent.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Storage: select storage that grows on demand rather than a fixed-size volume.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Justify against the business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Tie every resource choice to a stated business need — why this tier, why this size.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the simplest option that meets the need; note where capacity scales elastically and how a test would demonstrate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 tier scaled beyond what a need justifies.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four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9.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Select and improve the network, compute, database and storage tiers for the practice engagement, each choice justified against a named need.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The four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Network, compute, database, storage — the design's frame and the build's work-split.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Compute and storage scale; network and database support.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Simplest option that meets the need, elasticity demonstrable by test.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 storage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contrast that sharpens the storage choice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Object storage, and what it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Object storage holds whole objects addressed by key — it scales on demand and serves static content directly, no server involved.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natural home for a static website's content: pages, images, downloads.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stateful, transactional, database-backed system is the opposite workload — object storage is not its primary store.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object-storage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assessment's question Q2, rehearsed in writing.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Contrast a stateful accounting workload's storage needs with an object-storage-dependent website workload, and explain how you would provision the latter.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2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Metrics first: a number with a target for every goal, written to be tested against.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Four tiers, each selected and improved to a named need — simplest that fits.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Object storage suits static content; a transactional system is the contrast to know.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3 — security, reliability and cost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metrics are set and the four tiers are designed.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the improvement designs: security, reliability and scalability, cost and monitoring — and the cost-benefit case that justifies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