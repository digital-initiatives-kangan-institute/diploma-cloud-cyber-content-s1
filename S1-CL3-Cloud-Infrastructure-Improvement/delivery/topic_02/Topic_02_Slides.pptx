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8 and 9 today, then the object-storage question. Metrics before design — you can't design to a target you haven't set.</a:t>
            </a:r>
          </a:p>
          <a:p>
            <a:r>
              <a:t>Misconception: scalable = big enough for the busiest day. That's over-provisioning; scalable means capacity moves with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8. The goals came from Topic 1; today each one gets its number.</a:t>
            </a:r>
          </a:p>
          <a:p>
            <a:r>
              <a:t>"Be reliable" is the goal restated — push to availability percentages, recovery-time targets, response times, cost per period.</a:t>
            </a:r>
          </a:p>
          <a:p>
            <a:r>
              <a:t>These exact metrics are what AT3's monitoring and testing measure against — say so; it motivates the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8.</a:t>
            </a:r>
          </a:p>
          <a:p>
            <a:r>
              <a:t>The sanity check: could a later test pass or fail against each metric? If not, tighten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definition that governs the Topic. Both directions of elasticity matter — releasing capacity is where the saving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 the whole design (and the AT2 work-split) is organised by. Not all four tiers scale the same way — that distinction is the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how-to per tier. On the website the storage move is the obvious one — site media on local EBS cannot survive a second instance, so it has to move before compute can scale at all.</a:t>
            </a:r>
          </a:p>
          <a:p>
            <a:r>
              <a:t>Order matters: some tiers block others. Ask which tier has to move first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discipline that turns selections into a defensible design. "To be safe" is not a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9 — the biggest design task in AT1.</a:t>
            </a:r>
          </a:p>
          <a:p>
            <a:r>
              <a:t>Watch for over-provisioning, and for network/database marked elastic when they support scale rather than scale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Contextual knowledge for the assessment's Q2. The examinable distinction is USE versus DEPEND — a system can store objects without serving them.</a:t>
            </a:r>
          </a:p>
          <a:p>
            <a:r>
              <a:t>The website is the public case: its media has to leave the instance before compute can scale, and it is served to the world.</a:t>
            </a:r>
          </a:p>
          <a:p>
            <a:r>
              <a:t>Warn them explicitly: proposing public access or a CDN for a private document store holding personal information is a serious error, not a style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assessment Q2 rehearsed. The practice workbook carries no questions — use the assessment's.</a:t>
            </a:r>
          </a:p>
          <a:p>
            <a:r>
              <a:t>Check both halves are present: the provisioning explanation, and the public-versus-private contrast with its configuration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02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Metrics, and the four-component design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Confirm the metrics the improvement is measured by, then design the four resource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design starts with a yardstick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analysis is done and the decisions are confirmed; now the design work starts.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First the metrics — the numbers the improved system will be measured against — then the four resource tiers.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Scalability here means elastic capacity-on-demand, demonstrable by test — not a forecast, and not over-provisioning.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Design only, to the business needs — the build is AT3.</a:t>
            </a:r>
          </a:p>
        </p:txBody>
      </p:sp>
      <p:pic>
        <p:nvPicPr>
          <p:cNvPr id="5" name="Picture 4" descr="gen-5b8488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Confirm the performance metrics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a number with a target, for every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goals to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goal is directional; a metric makes it measurable — a number with a target the improved system can be tested against.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Evaluate and confirm the metrics for each goal: availability, recovery times, response time, cost per period.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Write them so a later test can pass or fail against them — these numbers come back in the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Confirm the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8.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Evaluate and confirm the performance metrics for the practice engagement — a named metric and a target value for each goal.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yardstick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Every goal gets a metric; every metric gets a target.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Written to be tested against, later, by the build.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Design the four resource tiers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select and improve each tier to the business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Scalability is elastic capacity-on-demand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Elastic capacity: add resources as load rises, release them as load falls — pay for what you use.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test of a scalable design is a demonstration — it scales on demand, proven later by test — not a load forecast on paper.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Over-provisioning fixed spare capacity is not scalability; right-size instead.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four resource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Split the design across four tiers: network, compute, database, storage.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Compute and storage scale elastically on demand; network and database are selected and configured to support that scale.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These are the same four units the build team later divides the IaC work by — a clean seam from design to build.</a:t>
            </a:r>
          </a:p>
        </p:txBody>
      </p:sp>
      <p:pic>
        <p:nvPicPr>
          <p:cNvPr id="5" name="Picture 4" descr="four-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31820"/>
            <a:ext cx="5120640" cy="1325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Selecting and improving each 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Network: right-size the path and load-spreading so the tier below can scale out behind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Compute: move from fixed capacity to a pool that grows and shrinks on demand.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Database: select a managed service that scales reads without a rebuild, keeping writes consistent.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Storage: get the content off the instance and onto storage that grows on demand.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Justify against the business needs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Tie every resource choice to a stated business need — why this tier, why this size.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Choose the simplest option that meets the need; note where capacity scales elastically and how a test would demonstrate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No tier scaled beyond what a need justifies.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Design the four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9.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Select and improve the network, compute, database and storage tiers for the practice engagement, each choice justified against a named need.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The four tiers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Network, compute, database, storage — the design's frame and the build's work-split.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Compute and storage scale; network and database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Simplest option that meets the need, elasticity demonstrable by test.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Object storage in context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the contrast that sharpens the storage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Object storage, and what it is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Object storage holds whole objects addressed by key — it scales on demand, and every instance sees the same content.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Serving content publicly is one use: pages, images, downloads, read straight from the store or through a content delivery network.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Holding files privately is a different use: documents a system attaches to its records, reached only by the application, never exposed publicly.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200" b="0" i="0">
                <a:solidFill>
                  <a:srgbClr val="2A2929"/>
                </a:solidFill>
                <a:latin typeface="Roboto"/>
              </a:rPr>
              <a:t>Same service, opposite configuration — public read and caching for one; blocked public access, a private path, access logging and lifecycle tiering for the other.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Answer the object-storage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assessment's question Q2, rehearsed in writing.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Explain how object storage is provisioned and content served from it, then contrast serving objects publicly with holding them privately behind an application — and what each means for how the storage is configured.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~15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Topic 2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Metrics first: a number with a target for every goal, written to be tested against.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Four tiers, each selected and improved to a named need — simplest that fits.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Object storage: serving publicly and holding privately are the same service configured oppositely.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3 — security, reliability and cost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metrics are set and the four tiers are designed.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 the improvement designs: security, reliability and scalability, cost and monitoring — and the cost-benefit case that justifies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