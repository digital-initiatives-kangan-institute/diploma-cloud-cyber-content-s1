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02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Designing for reliability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Design the reliability improvements to the goals — and know when NOT to build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Designing for reliability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2 continues AT1: with the goals set in Topic 1, you now design the changes that make Ledgerline's infrastructure reliable.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Reliability, jointly with security, scalability and cost — improve the architecture without over-building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Target: application-tier Multi-AZ + database backup/restore + cross-Region DR to Melbourne (data stays in Australia).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Design only, to the goals — the build is AT3.</a:t>
            </a:r>
          </a:p>
        </p:txBody>
      </p:sp>
      <p:pic>
        <p:nvPicPr>
          <p:cNvPr id="5" name="Picture 4" descr="gen-4ef48d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Reliability improvement design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improve reliability to the goal, not beyond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makes a cloud system reliable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Reliability = the system keeps serving through component and zone failures, and recovers from loss.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Three building blocks: redundancy across Availability Zones (Multi-AZ), backup/restore, and cross-Region disaster recovery.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Reliability is designed jointly with security, scalability and cost — each choice is a trade-off, not a maximum.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the architecture, set the reliability target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Review Ledgerline's single-AZ baseline against the reliability goals; name where a single failure takes the system down.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Target: the application tier goes Multi-AZ behind a load balancer; the database gets automated backup/restore; a cross-Region DR copy goes to Melbourne (Australian data stays onshore).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database is deliberately NOT Multi-AZ — the next slide argues why.</a:t>
            </a:r>
          </a:p>
        </p:txBody>
      </p:sp>
      <p:pic>
        <p:nvPicPr>
          <p:cNvPr id="5" name="Picture 4" descr="reliability-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57400"/>
            <a:ext cx="5120640" cy="3474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centrepiece — reject the Multi-AZ database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Ledgerline is a legacy accounting app, vendor-certified single-instance only — a Multi-AZ (failover) database is simply not available for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only route to DB failover is to replace the accounting product: new licence, data migration, change management, and migration 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That cost is disproportionate to the reliability gained — so the design REJECTS a Multi-AZ database and leaves the DB single-AZ with backup/restore + cross-Region DR. This cost-benefit call is the heart of the Topic.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Warn against the reflex: "reliable database = Multi-AZ database" is wrong here — justify against the goal and the cost, not against a checklist.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Database reliability — the options weighed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Option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Reliability gain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Cost / risk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Verdict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Single-AZ + backup/restore + cross-Region DR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recover from loss; DR to Melbourne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low — no product change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CHOSEN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Multi-AZ (failover) database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zero-downtime AZ failover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not available — vendor single-instance only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infeasible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Replace the accounting product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enables Multi-AZ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licence + data migration + change mgmt + risk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disproportionate — rejected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The chosen row is the AT1 cost-benefit centrepiece — the design must argue it, not just state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Cloud-service features that deliver reliability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techniques the design leans on: Multi-AZ deployment, load-balancer health checks, automated database backups and snapshots, and cross-Region snapshot/DR copy (KE 9).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Express the design as a parameterised CloudFormation template — Region and environment as parameters — so the same design deploys repeatably (and to Melbourne for DR).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Choose the feature that meets the goal at least cost; each choice cites the goal it serves.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India residency slice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light residency constraint: CERT-In-mandated logs and Companies-Act books-of-account must reside in Mumbai (`ap-south-1`); the main system stays in Sydney.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Design keeps the regulated data in-Region — the residency requirement is an input constraint on the design, not a bolt-on.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Note it as a scoped slice of the reliability/DR design, not a second architecture.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Design the reliability improvements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vehicle, design the reliability improvements to the Topic-1 goals: app-tier Multi-AZ, DB backup/restore, cross-Region DR.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Argue ONE cost-benefit trade-off explicitly (the Multi-AZ-database rejection is the model) and show how each change meets a named goal.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Cloud design &amp; migration principles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principles under the improvement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Cloud design principles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Design for failure, loose coupling, statelessness, right-sizing, and automation over manual steps (KE 4).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Improve the architecture to these principles — they are why Multi-AZ and health checks belong in the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Simplest design that meets the goal wins; principles justify choices, they don't mandate maximums.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Migrating the baseline to the improved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Migration principles: move incrementally, keep the system serving, evidence each step, and be able to roll back (KE 5).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Sequence the improvement so the single-AZ baseline becomes the Multi-AZ + DR target without a big-bang cutover.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This is design-level here — the actual migration/build is AT3.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Justify the design in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your practice design, write the KE-appendix justification: name the cloud design principle behind each reliability choice and the migration approach that reaches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Security layers underpinning the design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improvement stays secure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Security layers that keep the design secure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tools and uses of security layers in cloud services: network isolation, security groups, IAM least-privilege, and encryption as the baseline (KE 8).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Encryption is assumed on by default (at rest and in transit) — including the cross-Region DR copy and the residency data.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Reliability changes must not weaken security — each new tier (Multi-AZ app, DR copy) inherits the security layers, not bypasses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Topic 2 · Key takeaways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Reliability = Multi-AZ app tier + DB backup/restore + cross-Region DR to Melbourne (data onshore).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centrepiece: reject a Multi-AZ database — the DB is single-AZ by a cost-benefit call, argued explicitly.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Justify every reliability choice against a goal and against cost; don't over-engineer.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Cloud design/migration principles and encryption-baseline security layers underpin the whole improvement.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3 — designing for scalability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designed the reliability half of the Solution Design; next you design the scalability half and the four resource components.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this design — scalability builds on the same reviewed architecture.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