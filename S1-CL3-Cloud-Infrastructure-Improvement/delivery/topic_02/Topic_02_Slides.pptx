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reliability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reliability improvements to the goals — and know when NOT to build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2 continues AT1: with the goals set in Topic 1, you now design the changes that make Ledgerline's infrastructure reliable.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Reliability, jointly with security, scalability and cost — improve the architecture without over-building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application-tier Multi-AZ + database backup/restore + cross-Region DR to Melbourne (data stays in Australia).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goals — the build is AT3.</a:t>
            </a:r>
          </a:p>
        </p:txBody>
      </p:sp>
      <p:pic>
        <p:nvPicPr>
          <p:cNvPr id="5" name="Picture 4" descr="gen-4ef48d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Reliability improvement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improve reliability to the goal, not beyond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a cloud system reliable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= the system keeps serving through component and zone failures, and recovers from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building blocks: redundancy across Availability Zones (Multi-AZ), backup/restore, and cross-Region disaster recovery.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is designed jointly with security, scalability and cost — each choice is a trade-off, not a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architecture, set the reliability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Ledgerline's single-AZ baseline against the reliability goals; name where a single failure takes the system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the application tier goes Multi-AZ behind a load balancer; the database gets automated backup/restore; a cross-Region DR copy goes to Melbourne (Australian data stays onshore).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database is deliberately NOT Multi-AZ — the next slide argues why.</a:t>
            </a:r>
          </a:p>
        </p:txBody>
      </p:sp>
      <p:pic>
        <p:nvPicPr>
          <p:cNvPr id="5" name="Picture 4" descr="reliability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centrepiece — reject the Multi-AZ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Ledgerline is a legacy accounting app, vendor-certified single-instance only — a Multi-AZ (failover) database is simply not available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only route to DB failover is to replace the accounting product: new licence, data migration, change management, and migration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That cost is disproportionate to the reliability gained — so the design REJECTS a Multi-AZ database and leaves the DB single-AZ with backup/restore + cross-Region DR. This cost-benefit call is the heart of the Topic.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Warn against the reflex: "reliable database = Multi-AZ database" is wrong here — justify against the goal and the cost, not against a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 reliability — the options weighed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Reliability gain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 / risk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Verdict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Single-AZ + backup/restore + cross-Region DR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recover from loss; DR to Melbourne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 — no product change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CHOSEN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Multi-AZ (failover) database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zero-downtime AZ failover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not available — vendor single-instance only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infeasible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Replace the accounting product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enables Multi-AZ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licence + data migration + change mgmt + risk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disproportionate — rejected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chosen row is the AT1 cost-benefit centrepiece — the design must argue it, not just state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Cloud-service features that deliver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techniques the design leans on: Multi-AZ deployment, load-balancer health checks, automated database backups and snapshots, and cross-Region snapshot/DR copy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Express the design as a parameterised CloudFormation template — Region and environment as parameters — so the same design deploys repeatably (and to Melbourne for DR).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feature that meets the goal at least cost; each choice cites the goal it serves.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India residency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light residency constraint: CERT-In-mandated logs and Companies-Act books-of-account must reside in Mumbai (`ap-south-1`); the main system stays in Sydney.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Design keeps the regulated data in-Region — the residency requirement is an input constraint on the design,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it as a scoped slice of the reliability/DR design, not a second architecture.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reliability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vehicle (the website), design the reliability improvements to the Topic-1 goals across the app, data and DR tiers — you decide what each tier needs, to the goals and no further.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Argue ONE cost-benefit trade-off explicitly and show how each change meets a named goal. NB the website runs MySQL with no legacy single-instance constraint, so the data-tier call (e.g. whether to go Multi-AZ) is yours to justify — potentially the OPPOSITE call to Ledgerline's, reached by the same cost-benefit reasoning.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Cloud design &amp; migration principles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principles under the improvement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Design for failure, loose coupling, statelessness, right-sizing, and automation over manual steps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Improve the architecture to these principles — they are why Multi-AZ and health checks belong in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Simplest design that meets the goal wins; principles justify choices, they don't mandate maximums.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Migrating the baseline to the improved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Migration principles: move incrementally, keep the system serving, evidence each step, and be able to roll back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Sequence the improvement so the single-AZ baseline becomes the Multi-AZ + DR target without a big-bang cutover.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design-level here — the actual migration/build is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design in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your practice design, write the KE-appendix justification: name the cloud design principle behind each reliability choice and the migration approach that reaches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Security layers underpinning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improvement stays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layers that keep the design secure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tools and uses of security layers in cloud services: network isolation, security groups, IAM least-privilege, and encryption as the baseline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Encryption is assumed on by default (at rest and in transit) — including the cross-Region DR copy and the residency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changes must not weaken security — each new tier (Multi-AZ app, DR copy) inherits the security layers, not bypasses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2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Reliability = Multi-AZ app tier + DB backup/restore + cross-Region DR to Melbourne (data onshore).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centrepiece: reject a Multi-AZ database — the DB is single-AZ by a cost-benefit call, argued explicitly.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Justify every reliability choice against a goal and against cost; don't over-engineer.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Cloud design/migration principles and encryption-baseline security layers underpin the whole improvement.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designing for scalability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reliability half of the Solution Design; next you design the scalability half and the four resource components.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scalability builds on the same reviewed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