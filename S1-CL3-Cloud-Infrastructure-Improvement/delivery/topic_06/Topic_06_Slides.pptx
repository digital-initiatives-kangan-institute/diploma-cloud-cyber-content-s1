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Topic 6 as the DELIVERY half of AT2 — Topic 5 planned and allocated; now the team writes the</a:t>
            </a:r>
          </a:p>
          <a:p>
            <a:r>
              <a:t>IaC and you LEAD the build. Set the mode; don't teach coaching yet.</a:t>
            </a:r>
          </a:p>
          <a:p>
            <a:r>
              <a:t>• First bullet: Topic 5 planned the team and allocated the four components; now the team writes the</a:t>
            </a:r>
          </a:p>
          <a:p>
            <a:r>
              <a:t>code and you run the build.</a:t>
            </a:r>
          </a:p>
          <a:p>
            <a:r>
              <a:t>• Second bullet: name what "leading the build" actually is — coaching, supporting, facilitating issue</a:t>
            </a:r>
          </a:p>
          <a:p>
            <a:r>
              <a:t>resolution, problem-solving, managing conflict, then measuring performance and developing others. That</a:t>
            </a:r>
          </a:p>
          <a:p>
            <a:r>
              <a:t>list IS today's four sections.</a:t>
            </a:r>
          </a:p>
          <a:p>
            <a:r>
              <a:t>• Third bullet: in-world you lead the YAT ICT team building Ledgerline's improved infrastructure —</a:t>
            </a:r>
          </a:p>
          <a:p>
            <a:r>
              <a:t>keep it concrete.</a:t>
            </a:r>
          </a:p>
          <a:p>
            <a:r>
              <a:t>• Fourth bullet (the framing to hold all Topic): LEADERSHIP, NOT CODE — the CloudFormation write is</a:t>
            </a:r>
          </a:p>
          <a:p>
            <a:r>
              <a:t>the vehicle; the assessed evidence (AT2) is how you lead it.</a:t>
            </a:r>
          </a:p>
          <a:p>
            <a:r>
              <a:t>Misconception to pre-empt: "to lead the build I need to be the best coder." No — you don't write the</a:t>
            </a:r>
          </a:p>
          <a:p>
            <a:r>
              <a:t>components; you develop the people and run the process. The leadership is what's marked (BSBXTW401</a:t>
            </a:r>
          </a:p>
          <a:p>
            <a:r>
              <a:t>el 3–4).</a:t>
            </a:r>
          </a:p>
          <a:p>
            <a:r>
              <a:t>Question to pose: "If you're not writing any of the four components, what exactly are you contributing</a:t>
            </a:r>
          </a:p>
          <a:p>
            <a:r>
              <a:t>to this build?" (draws out coaching, unblocking, measuring, developing — the leadership).</a:t>
            </a:r>
          </a:p>
          <a:p>
            <a:r>
              <a:t>UoC/AT2 tie: opens the AT2 delivery arc — BSBXTW401 el 3–4 (support + monitor the team); everything</a:t>
            </a:r>
          </a:p>
          <a:p>
            <a:r>
              <a:t>today feeds the coaching/issue-resolution/feedback/development evidence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vehicle before teaching coaching — use the team-build-flow diagram (component drafts →</a:t>
            </a:r>
          </a:p>
          <a:p>
            <a:r>
              <a:t>integrate → review/monitor → team sign-off) so students see WHERE leadership acts.</a:t>
            </a:r>
          </a:p>
          <a:p>
            <a:r>
              <a:t>• First bullet: the team writes four components — network, compute, database, storage — one per</a:t>
            </a:r>
          </a:p>
          <a:p>
            <a:r>
              <a:t>member, integrated into ONE template.</a:t>
            </a:r>
          </a:p>
          <a:p>
            <a:r>
              <a:t>• Second bullet: walk the flow off the diagram — component drafts → integrate into one template →</a:t>
            </a:r>
          </a:p>
          <a:p>
            <a:r>
              <a:t>review and monitor → team sign-off. Point at each stage.</a:t>
            </a:r>
          </a:p>
          <a:p>
            <a:r>
              <a:t>• Third bullet (the framing): you don't write the components; you RUN the build — coaching, supporting</a:t>
            </a:r>
          </a:p>
          <a:p>
            <a:r>
              <a:t>and monitoring the team through each of those stages. Your work sits ON the flow, not inside a</a:t>
            </a:r>
          </a:p>
          <a:p>
            <a:r>
              <a:t>component.</a:t>
            </a:r>
          </a:p>
          <a:p>
            <a:r>
              <a:t>Misconception to pre-empt: "the integrate step is a technical merge I do." No — you FACILITATE the</a:t>
            </a:r>
          </a:p>
          <a:p>
            <a:r>
              <a:t>integration (the seams the team agreed in Topic 5); the leadership is getting the four to fit, not</a:t>
            </a:r>
          </a:p>
          <a:p>
            <a:r>
              <a:t>typing the merge.</a:t>
            </a:r>
          </a:p>
          <a:p>
            <a:r>
              <a:t>Question to pose: "Point at the flow — at which stage is a conflict between two component owners most</a:t>
            </a:r>
          </a:p>
          <a:p>
            <a:r>
              <a:t>likely, and what do you do there?" (locates leadership on the diagram; sets up C2).</a:t>
            </a:r>
          </a:p>
          <a:p>
            <a:r>
              <a:t>UoC/AT2 tie: frames the C1–C4 leadership of the build; the divided write is the vehicle for BSBXTW401</a:t>
            </a:r>
          </a:p>
          <a:p>
            <a:r>
              <a:t>el 3–4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primer for C1 — distinguish coaching from mentoring and give nameable techniques (KE 4).</a:t>
            </a:r>
          </a:p>
          <a:p>
            <a:r>
              <a:t>• First bullet: COACHING develops capability in the moment; MENTORING builds it over time — both grow</a:t>
            </a:r>
          </a:p>
          <a:p>
            <a:r>
              <a:t>the PERSON, not just the task (KE 4). Say the distinction explicitly.</a:t>
            </a:r>
          </a:p>
          <a:p>
            <a:r>
              <a:t>• Second bullet: name the techniques — ask before telling, model then hand over, give room to try,</a:t>
            </a:r>
          </a:p>
          <a:p>
            <a:r>
              <a:t>check understanding. These are the moves students are marked on using.</a:t>
            </a:r>
          </a:p>
          <a:p>
            <a:r>
              <a:t>• Third bullet: coaching is how you ENHANCE the workplace culture — a team that learns from each</a:t>
            </a:r>
          </a:p>
          <a:p>
            <a:r>
              <a:t>other, not one that waits to be told. Culture is the payoff, not a side-effect.</a:t>
            </a:r>
          </a:p>
          <a:p>
            <a:r>
              <a:t>Misconception to pre-empt: "coaching = giving the answer faster." No — "ask before telling" is the</a:t>
            </a:r>
          </a:p>
          <a:p>
            <a:r>
              <a:t>point; if you just supply the fix you've solved the task but developed no one.</a:t>
            </a:r>
          </a:p>
          <a:p>
            <a:r>
              <a:t>Question to pose: "A member is stuck on their component — what's a COACHING response versus a telling</a:t>
            </a:r>
          </a:p>
          <a:p>
            <a:r>
              <a:t>response?" (draws out ask-before-telling).</a:t>
            </a:r>
          </a:p>
          <a:p>
            <a:r>
              <a:t>UoC/AT2 tie: BSBXTW401 KE 4 (mentoring/coaching techniques) → the coaching evidence in AT2; underpins</a:t>
            </a:r>
          </a:p>
          <a:p>
            <a:r>
              <a:t>PC 3.1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coaching primer to the build — this is where PC 3.1, PC 3.2 and KE 8 land.</a:t>
            </a:r>
          </a:p>
          <a:p>
            <a:r>
              <a:t>• First bullet: provide COACHING to enhance workplace culture as the team writes its components</a:t>
            </a:r>
          </a:p>
          <a:p>
            <a:r>
              <a:t>(PC 3.1) — coaching in the flow of the build, not a separate training session.</a:t>
            </a:r>
          </a:p>
          <a:p>
            <a:r>
              <a:t>• Second bullet: SUPPORT individuals per organisational requirements toward the COMMON goal — the one</a:t>
            </a:r>
          </a:p>
          <a:p>
            <a:r>
              <a:t>integrated, working template (PC 3.2). Support is aimed at the shared outcome, not just individual</a:t>
            </a:r>
          </a:p>
          <a:p>
            <a:r>
              <a:t>comfort.</a:t>
            </a:r>
          </a:p>
          <a:p>
            <a:r>
              <a:t>• Third bullet: role-model professional leadership behaviours — reliability, fairness, openness,</a:t>
            </a:r>
          </a:p>
          <a:p>
            <a:r>
              <a:t>following through (KE 8). The team copies what you DO, not what you say.</a:t>
            </a:r>
          </a:p>
          <a:p>
            <a:r>
              <a:t>Misconception to pre-empt: "supporting individuals means shielding them from the hard parts." No —</a:t>
            </a:r>
          </a:p>
          <a:p>
            <a:r>
              <a:t>support moves them toward the common goal; sometimes that's a stretch, not a rescue.</a:t>
            </a:r>
          </a:p>
          <a:p>
            <a:r>
              <a:t>Question to pose: "Name one professional behaviour you'd role-model in the first stand-up, and what</a:t>
            </a:r>
          </a:p>
          <a:p>
            <a:r>
              <a:t>the team would take from seeing it" (makes KE 8 concrete).</a:t>
            </a:r>
          </a:p>
          <a:p>
            <a:r>
              <a:t>UoC/AT2 tie: BSBXTW401 PC 3.1 + PC 3.2 + KE 8 → the coaching/support records and role-modelling</a:t>
            </a:r>
          </a:p>
          <a:p>
            <a:r>
              <a:t>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— the leader RUNS the problem-solving process, doesn't own the solution. PC 3.3 and</a:t>
            </a:r>
          </a:p>
          <a:p>
            <a:r>
              <a:t>PC 3.4 land here.</a:t>
            </a:r>
          </a:p>
          <a:p>
            <a:r>
              <a:t>• First bullet: facilitate the team to IDENTIFY, BRAINSTORM, REPORT and RESOLVE task-related issues</a:t>
            </a:r>
          </a:p>
          <a:p>
            <a:r>
              <a:t>and inefficiencies — don't solve it for them, run the process (PC 3.3). The verbs are the process.</a:t>
            </a:r>
          </a:p>
          <a:p>
            <a:r>
              <a:t>• Second bullet: use problem-solving skills for team, task or individual challenges — name the</a:t>
            </a:r>
          </a:p>
          <a:p>
            <a:r>
              <a:t>problem, options, decide, act (PC 3.4). A repeatable four-step loop.</a:t>
            </a:r>
          </a:p>
          <a:p>
            <a:r>
              <a:t>• Third bullet: a STAND-UP is the routine that surfaces issues early — blockers reported before they</a:t>
            </a:r>
          </a:p>
          <a:p>
            <a:r>
              <a:t>stall the build. Routine beats heroics.</a:t>
            </a:r>
          </a:p>
          <a:p>
            <a:r>
              <a:t>Misconception to pre-empt: "resolving issues = the leader gives the fix." No — PC 3.3 is FACILITATION;</a:t>
            </a:r>
          </a:p>
          <a:p>
            <a:r>
              <a:t>if you supply every answer the team never learns to surface and solve its own issues.</a:t>
            </a:r>
          </a:p>
          <a:p>
            <a:r>
              <a:t>Question to pose: "A member reports their component won't integrate — do you fix it, or facilitate?</a:t>
            </a:r>
          </a:p>
          <a:p>
            <a:r>
              <a:t>What does facilitating look like here?" (draws out the run-the-process stance).</a:t>
            </a:r>
          </a:p>
          <a:p>
            <a:r>
              <a:t>UoC/AT2 tie: BSBXTW401 PC 3.3 + PC 3.4 → the issue-resolution episodes evidenced in AT2; exercised in</a:t>
            </a:r>
          </a:p>
          <a:p>
            <a:r>
              <a:t>the next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conflict-and-challenges slide — PE 5, KE 5 and the KE 10 checklist land here.</a:t>
            </a:r>
          </a:p>
          <a:p>
            <a:r>
              <a:t>• First bullet: manage conflicts and challenges per organisational requirements using</a:t>
            </a:r>
          </a:p>
          <a:p>
            <a:r>
              <a:t>conflict-resolution and negotiation strategies (PE 5, KE 5). Conflict is normal; managing it well is</a:t>
            </a:r>
          </a:p>
          <a:p>
            <a:r>
              <a:t>the skill.</a:t>
            </a:r>
          </a:p>
          <a:p>
            <a:r>
              <a:t>• Second bullet: the technique — separate the person from the problem; find the shared interest; agree</a:t>
            </a:r>
          </a:p>
          <a:p>
            <a:r>
              <a:t>a way forward, not a winner. Say it as a procedure they can run.</a:t>
            </a:r>
          </a:p>
          <a:p>
            <a:r>
              <a:t>• Third bullet: watch for the teamwork challenges the evidence EXPECTS (KE 10) — difficulties</a:t>
            </a:r>
          </a:p>
          <a:p>
            <a:r>
              <a:t>performing tasks; conflicts with clients or team members; potential risks or safety hazards;</a:t>
            </a:r>
          </a:p>
          <a:p>
            <a:r>
              <a:t>unethical or inappropriate behaviour. This is a named list they must be able to recognise.</a:t>
            </a:r>
          </a:p>
          <a:p>
            <a:r>
              <a:t>Misconception to pre-empt: "good teams don't have conflict, so I should suppress it." No — surfaced,</a:t>
            </a:r>
          </a:p>
          <a:p>
            <a:r>
              <a:t>well-managed conflict improves the build; suppressed conflict resurfaces at integration. Manage, don't</a:t>
            </a:r>
          </a:p>
          <a:p>
            <a:r>
              <a:t>bury.</a:t>
            </a:r>
          </a:p>
          <a:p>
            <a:r>
              <a:t>Question to pose: "Two owners disagree on the network/compute boundary — what's the shared interest</a:t>
            </a:r>
          </a:p>
          <a:p>
            <a:r>
              <a:t>you'd steer them to?" (models person-vs-problem; previews the seeded conflict in the activity).</a:t>
            </a:r>
          </a:p>
          <a:p>
            <a:r>
              <a:t>UoC/AT2 tie: BSBXTW401 PE 5 + KE 5 + KE 10 → the conflict-management episode evidenced in AT2</a:t>
            </a:r>
          </a:p>
          <a:p>
            <a:r>
              <a:t>(exercised next).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practice; students LEAD a stand-up and facilitate an injected conflict to</a:t>
            </a:r>
          </a:p>
          <a:p>
            <a:r>
              <a:t>resolution, recording how they handled it (the AT2 evidence shape).</a:t>
            </a:r>
          </a:p>
          <a:p>
            <a:r>
              <a:t>Tell students, in these words: "Lead a stand-up for your practice team — each member reports progress</a:t>
            </a:r>
          </a:p>
          <a:p>
            <a:r>
              <a:t>on their component and any blocker. Partway through, a conflict is injected: two members disagree over</a:t>
            </a:r>
          </a:p>
          <a:p>
            <a:r>
              <a:t>an integration boundary. Facilitate it to a resolution and record how you handled it."</a:t>
            </a:r>
          </a:p>
          <a:p>
            <a:r>
              <a:t>Steps (put on the board):</a:t>
            </a:r>
          </a:p>
          <a:p>
            <a:r>
              <a:t>1. Run the stand-up — each member: what's done, what's next, any blocker.</a:t>
            </a:r>
          </a:p>
          <a:p>
            <a:r>
              <a:t>2. When the conflict lands, separate person from problem; surface each side's interest.</a:t>
            </a:r>
          </a:p>
          <a:p>
            <a:r>
              <a:t>3. Steer to a shared way forward (not a winner); confirm the agreed boundary.</a:t>
            </a:r>
          </a:p>
          <a:p>
            <a:r>
              <a:t>4. Record the episode — the issue, what you did, the resolution.</a:t>
            </a:r>
          </a:p>
          <a:p>
            <a:r>
              <a:t>Must produce: a short written record of the facilitated stand-up and the conflict resolution — the</a:t>
            </a:r>
          </a:p>
          <a:p>
            <a:r>
              <a:t>practice version of the AT2 issue-resolution evidence.</a:t>
            </a:r>
          </a:p>
          <a:p>
            <a:r>
              <a:t>Timing: ~25 min. Where they get stuck: they ADJUDICATE (pick a winner) instead of facilitating a</a:t>
            </a:r>
          </a:p>
          <a:p>
            <a:r>
              <a:t>shared way forward — circulate and push "what do both owners actually need?"; and the stand-up drifts</a:t>
            </a:r>
          </a:p>
          <a:p>
            <a:r>
              <a:t>into solving the whole thing on the spot.</a:t>
            </a:r>
          </a:p>
          <a:p>
            <a:r>
              <a:t>Share-back prompt: ask one leader how they turned the disagreement into a shared interest — surface the</a:t>
            </a:r>
          </a:p>
          <a:p>
            <a:r>
              <a:t>person-vs-problem move.</a:t>
            </a:r>
          </a:p>
          <a:p>
            <a:r>
              <a:t>No-leakage note: this is the PRACTICE team — AT2 assesses the same conflict-management leadership on</a:t>
            </a:r>
          </a:p>
          <a:p>
            <a:r>
              <a:t>the Ledgerline build (comparable, not identical); keep them on the practice vehicle.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— measurement is the input to feedback. PC 4.1 lands here.</a:t>
            </a:r>
          </a:p>
          <a:p>
            <a:r>
              <a:t>• First bullet: measure each member's performance against the AGREED WORK PLANS from Topic 5 — the</a:t>
            </a:r>
          </a:p>
          <a:p>
            <a:r>
              <a:t>plan is the yardstick (PC 4.1). This is why the performance plans had to be measurable.</a:t>
            </a:r>
          </a:p>
          <a:p>
            <a:r>
              <a:t>• Second bullet: measure the WORK, not the person — what was due, what was delivered, at what quality.</a:t>
            </a:r>
          </a:p>
          <a:p>
            <a:r>
              <a:t>Keep it objective and evidence-based.</a:t>
            </a:r>
          </a:p>
          <a:p>
            <a:r>
              <a:t>• Third bullet: measurement is the INPUT to feedback — you can't give useful feedback without it.</a:t>
            </a:r>
          </a:p>
          <a:p>
            <a:r>
              <a:t>Section 3 runs measure → feedback in order.</a:t>
            </a:r>
          </a:p>
          <a:p>
            <a:r>
              <a:t>Misconception to pre-empt: "measuring performance = judging the person." No — you measure the work</a:t>
            </a:r>
          </a:p>
          <a:p>
            <a:r>
              <a:t>against the plan; the person-level conversation is the feedback that follows, and it's about the gap,</a:t>
            </a:r>
          </a:p>
          <a:p>
            <a:r>
              <a:t>not character.</a:t>
            </a:r>
          </a:p>
          <a:p>
            <a:r>
              <a:t>Question to pose: "The compute owner's plan said 'valid, peer-reviewed, deployed by the milestone' —</a:t>
            </a:r>
          </a:p>
          <a:p>
            <a:r>
              <a:t>how do you measure whether they met it?" (ties measurement back to the Topic 5 plan).</a:t>
            </a:r>
          </a:p>
          <a:p>
            <a:r>
              <a:t>UoC/AT2 tie: BSBXTW401 PC 4.1 (measure performance against agreed work plans) → the</a:t>
            </a:r>
          </a:p>
          <a:p>
            <a:r>
              <a:t>performance-measurement evidence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feedback slide — PC 4.2 and PE 2 land here. Teach feedback as a skill with a shape.</a:t>
            </a:r>
          </a:p>
          <a:p>
            <a:r>
              <a:t>• First bullet: provide TIMELY, CONSTRUCTIVE feedback to expected organisational standards — close to</a:t>
            </a:r>
          </a:p>
          <a:p>
            <a:r>
              <a:t>the event, specific, actionable (PC 4.2). Late or vague feedback doesn't change anything.</a:t>
            </a:r>
          </a:p>
          <a:p>
            <a:r>
              <a:t>• Second bullet: the shape — balance recognition with the gap; describe the BEHAVIOUR and its EFFECT,</a:t>
            </a:r>
          </a:p>
          <a:p>
            <a:r>
              <a:t>then agree the next step. Behaviour → effect → next step keeps it constructive.</a:t>
            </a:r>
          </a:p>
          <a:p>
            <a:r>
              <a:t>• Third bullet: provide feedback AND ASSISTANCE (PE 2) — feedback names the gap, assistance helps</a:t>
            </a:r>
          </a:p>
          <a:p>
            <a:r>
              <a:t>close it. Naming a gap without helping close it is half a job.</a:t>
            </a:r>
          </a:p>
          <a:p>
            <a:r>
              <a:t>Misconception to pre-empt: "constructive feedback means only positives." No — it means specific and</a:t>
            </a:r>
          </a:p>
          <a:p>
            <a:r>
              <a:t>actionable, including the gap; a "constructive" that never names the gap develops no one.</a:t>
            </a:r>
          </a:p>
          <a:p>
            <a:r>
              <a:t>Question to pose: "Give the database owner feedback that they missed the peer-review step — say it as</a:t>
            </a:r>
          </a:p>
          <a:p>
            <a:r>
              <a:t>behaviour → effect → next step" (rehearses the shape live).</a:t>
            </a:r>
          </a:p>
          <a:p>
            <a:r>
              <a:t>UoC/AT2 tie: BSBXTW401 PC 4.2 + PE 2 (timely constructive feedback; feedback and assistance) → the</a:t>
            </a:r>
          </a:p>
          <a:p>
            <a:r>
              <a:t>feedback records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4 — turn measured gaps into GROWTH. PC 4.3 lands here.</a:t>
            </a:r>
          </a:p>
          <a:p>
            <a:r>
              <a:t>• First bullet: identify specific learning and development opportunities to improve team and</a:t>
            </a:r>
          </a:p>
          <a:p>
            <a:r>
              <a:t>individual performance and behaviours (PC 4.3). "Specific" is the word — not "do more training".</a:t>
            </a:r>
          </a:p>
          <a:p>
            <a:r>
              <a:t>• Second bullet: a gap you MEASURED (Section 3) becomes a development opportunity — a skill to build,</a:t>
            </a:r>
          </a:p>
          <a:p>
            <a:r>
              <a:t>a behaviour to shift. The measurement feeds this directly.</a:t>
            </a:r>
          </a:p>
          <a:p>
            <a:r>
              <a:t>• Third bullet: tie each opportunity to an INDIVIDUAL and to the team's common goals — development</a:t>
            </a:r>
          </a:p>
          <a:p>
            <a:r>
              <a:t>serves the build, not just the person's CV.</a:t>
            </a:r>
          </a:p>
          <a:p>
            <a:r>
              <a:t>Misconception to pre-empt: "development opportunities are generic courses." No — they're specific,</a:t>
            </a:r>
          </a:p>
          <a:p>
            <a:r>
              <a:t>drawn from a measured gap, tied to a named person and the team goal; generic = not assessable.</a:t>
            </a:r>
          </a:p>
          <a:p>
            <a:r>
              <a:t>Question to pose: "The network owner struggled with shared parameters — what specific development</a:t>
            </a:r>
          </a:p>
          <a:p>
            <a:r>
              <a:t>opportunity does that suggest, for whom?" (turns a measured gap into a specific opportunity).</a:t>
            </a:r>
          </a:p>
          <a:p>
            <a:r>
              <a:t>UoC/AT2 tie: BSBXTW401 PC 4.3 (identify specific learning/development opportunities) → the development</a:t>
            </a:r>
          </a:p>
          <a:p>
            <a:r>
              <a:t>plan evidenced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Section 4 — make development ACTIONABLE and evidence-based. PC 4.4, PE 3, PE 4 land here.</a:t>
            </a:r>
          </a:p>
          <a:p>
            <a:r>
              <a:t>• First bullet: implement ACTION PLANS to address individual and team training needs — who, what, by</a:t>
            </a:r>
          </a:p>
          <a:p>
            <a:r>
              <a:t>when (PC 4.4). An opportunity without an action plan is just a note.</a:t>
            </a:r>
          </a:p>
          <a:p>
            <a:r>
              <a:t>• Second bullet: COLLATE feedback on individual and team performance so the picture is EVIDENCE, not</a:t>
            </a:r>
          </a:p>
          <a:p>
            <a:r>
              <a:t>impression (PE 3). Pulling it together is what makes it defensible.</a:t>
            </a:r>
          </a:p>
          <a:p>
            <a:r>
              <a:t>• Third bullet: identify and implement development opportunities for OTHERS (PE 4) — leadership grows</a:t>
            </a:r>
          </a:p>
          <a:p>
            <a:r>
              <a:t>the team, not just the build. This is the leader-develops-people point.</a:t>
            </a:r>
          </a:p>
          <a:p>
            <a:r>
              <a:t>Misconception to pre-empt: "collating feedback is admin busywork." No — collated feedback is what</a:t>
            </a:r>
          </a:p>
          <a:p>
            <a:r>
              <a:t>turns scattered impressions into an evidence base for the action plans (and for AT2).</a:t>
            </a:r>
          </a:p>
          <a:p>
            <a:r>
              <a:t>Question to pose: "You have feedback from three stand-ups on the storage owner — what does 'collating'</a:t>
            </a:r>
          </a:p>
          <a:p>
            <a:r>
              <a:t>it give you that three separate notes don't?" (draws out the evidence-base point).</a:t>
            </a:r>
          </a:p>
          <a:p>
            <a:r>
              <a:t>UoC/AT2 tie: BSBXTW401 PC 4.4 + PE 3 + PE 4 (action plans; collate feedback; develop others) → the</a:t>
            </a:r>
          </a:p>
          <a:p>
            <a:r>
              <a:t>development / action-plan evidence in AT2.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06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Writing the IaC by component: leading, supporting and monitoring the team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AT2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planned the team and allocated the four components; now the team writes the IaC and you lead the build.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leader runs the build: coaching, supporting, facilitating issue resolution, problem-solving, managing conflict, then monitoring performance and developing others.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In-world: you lead the YAT ICT team building Ledgerline's improved infrastructure.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Leadership, not code — the CloudFormation write is the vehicle; the assessed evidence (AT2) is how you lead it.</a:t>
            </a:r>
          </a:p>
        </p:txBody>
      </p:sp>
      <p:pic>
        <p:nvPicPr>
          <p:cNvPr id="5" name="Picture 4" descr="gen-facac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Coaching &amp; supporting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coach the people, run the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divided-IaC write — your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team writes four components — network, compute, database, storage — one per member, integrated into one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build flows: component drafts → integrate into one template → review and monitor → team sign-off.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You don't write the components; you run the build — coaching, supporting and monitoring the team through it.</a:t>
            </a:r>
          </a:p>
        </p:txBody>
      </p:sp>
      <p:pic>
        <p:nvPicPr>
          <p:cNvPr id="5" name="Picture 4" descr="team-buil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Mentoring &amp; coaching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Coaching develops capability in the moment; mentoring builds it over time — both grow the person, not just the task (KE 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Techniques: ask before telling, model then hand over, give room to try, check understanding.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Coaching is how you enhance the workplace culture — a team that learns from each other, not one that waits to be told.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Coach the culture, support the individuals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coaching to staff to enhance workplace culture as the team writes its components (PC 3.1).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Support individuals per organisational requirements toward the common team goals — the one integrated, working template (PC 3.2).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Role-model professional leadership behaviours: reliability, fairness, openness, following through (KE 8).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surface the issue, resolve it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Facilitating issue resolution &amp; problem-solving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Facilitate the team to identify, brainstorm, report and resolve task-related issues and inefficiencies — don't solve it for them, run the process (PC 3.3).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problem-solving skills for team, task or individual challenges: name the problem, options, decide, act (PC 3.4).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stand-up is the routine that surfaces issues early — blockers reported before they stall the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Conflict, challenges &amp; the teamwork risks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Manage conflicts and challenges per organisational requirements using conflict-resolution and negotiation strategies (PE 5, 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Separate the person from the problem; find the shared interest; agree a way forward, not a winner.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for the teamwork challenges the evidence expects (KE 10): difficulties performing tasks; conflicts with clients or team members; potential risks or safety hazards; unethical or inappropriate behaviour.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stand-up &amp; resolve a seeded conflict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Lead a stand-up for the practice team: each member reports progress on their component and any blocker.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conflict is injected (two members disagree over an integration boundary) — facilitate it to a resolution and record how you handled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Measuring performance &amp; feedback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against the plan, feed it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Measuring performance against the work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each member's performance against the agreed work plans from Topic 5 — the plan is the yardstick (PC 4.1).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the work, not the person: what was due, what was delivered, on what quality.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Measurement is the input to feedback — you can't give useful feedback without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Timely, constructive feedback &amp; assistance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timely, constructive performance feedback to expected organisational standards — close to the event, specific, actionable (PC 4.2).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Balance recognition with the gap; describe the behaviour and its effect, then agree the next step.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Provide feedback and assistance to team members — feedback names the gap, assistance helps close it (PE 2).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Development opportunities &amp; action plans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turn the gaps into growth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Identify learning &amp; development opportunities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specific learning and development opportunities to improve team and individual performance and behaviours (PC 4.3).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gap you measured (C3) becomes a development opportunity — a skill to build, a behaviour to shift.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Tie each opportunity to an individual and to the team's common goals.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Action plans, collated feedback &amp; developing others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Implement action plans to address individual and team training needs — who, what, by when (PC 4.4).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Collate feedback on individual and team performance so the picture is evidence, not impression (PE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Identify and implement development opportunities for others — leadership grows the team, not just the build (PE 4).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6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lead the build; the divided-IaC write is the vehicle, the leadership is the assessed evidence (AT2).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Coach to enhance culture and support individuals toward the common goal; role-model professional behaviours.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issue resolution and problem-solving; manage conflict and the teamwork risks.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against the work plans, give timely constructive feedback, and turn gaps into development action plans.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7 — the individual deploy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can now lead, support and monitor the team through the build.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(AT3, Topics 7–8): each member deploys, tests and documents their built infrastructure — the 504-assessed individual work.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