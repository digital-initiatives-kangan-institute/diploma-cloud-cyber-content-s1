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7 to 17 today, plus the written questions. The reflective accounts (11–17) are written from real episodes in the build — that's why the build comes first.</a:t>
            </a:r>
          </a:p>
          <a:p>
            <a:r>
              <a:t>Misconception: to lead the build you must be the best coder. You run the process and develop the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7 and 8. Walk the flow on the diagram: drafts, integrate, review, team sign-off.</a:t>
            </a:r>
          </a:p>
          <a:p>
            <a:r>
              <a:t>Integration is facilitated, not typed — the seams agreed in Topic 5 come due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7–8 — the working session of the Topic; budget real time.</a:t>
            </a:r>
          </a:p>
          <a:p>
            <a:r>
              <a:t>Record what integration actually took — that record feeds the issue reflection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9 and 10 — the meeting is observed by the assessor in AT2; here a classmate or the teacher observes.</a:t>
            </a:r>
          </a:p>
          <a:p>
            <a:r>
              <a:t>The observable behaviours are the teaching: stating purpose, inviting contributions, resolving on the spot, recording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9–10, roles rotated so everyone leads once.</a:t>
            </a:r>
          </a:p>
          <a:p>
            <a:r>
              <a:t>The observer writes what they saw, not what they'd have done — that's the note's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techniques behind workbook task 11's reflection. Conflict is normal; managing it is the skill.</a:t>
            </a:r>
          </a:p>
          <a:p>
            <a:r>
              <a:t>The named challenge list is examinable — it also shapes what counts as a reportable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techniques behind task 12's reflection. Ask-before-telling is the move to rehearse.</a:t>
            </a:r>
          </a:p>
          <a:p>
            <a:r>
              <a:t>Coaching in the flow of the build, not a separate training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11, 12 and 13. The episodes come from the build they just ran — that's why the order matters.</a:t>
            </a:r>
          </a:p>
          <a:p>
            <a:r>
              <a:t>An invented episode reads as one; the honest small story beats the polished fiction.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11–13, individually.</a:t>
            </a:r>
          </a:p>
          <a:p>
            <a:r>
              <a:t>Press for the technique named in every account, and the what-would-you-do-differently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14. This is why the Topic 5 performance plans had to be measurable.</a:t>
            </a:r>
          </a:p>
          <a:p>
            <a:r>
              <a:t>Collating scattered notes into one picture is what makes the judgement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15 and 16. Feedback that never names the gap develops no one; a gap without help closing it is half a job.</a:t>
            </a:r>
          </a:p>
          <a:p>
            <a:r>
              <a:t>"Do more training" is not a development opportunity; a named skill for a named person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14–16.</a:t>
            </a:r>
          </a:p>
          <a:p>
            <a:r>
              <a:t>Every judgement cites the plan; every opportunity carries an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17 plus the assessment's Q1–Q3, rehearsed from the practice build.</a:t>
            </a:r>
          </a:p>
          <a:p>
            <a:r>
              <a:t>The team copies what a leader does, not what they say — the reflection should notice what was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17 + assessment Q1–Q3.</a:t>
            </a:r>
          </a:p>
          <a:p>
            <a:r>
              <a:t>Every answer cites an episode from their own build — the accounts from C3 are the source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06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Leading the build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Build and integrate as a team, lead the observed meeting, reflect, measure and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Leading 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team is stood up; now the build runs — and the evidence is how you lead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Today: build and integrate, lead the observed meeting, then the written accounts — conflict, coaching, issues, measurement, feedback, development, reflection.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Leadership, not code: nobody is marked on their template here.</a:t>
            </a:r>
          </a:p>
        </p:txBody>
      </p:sp>
      <p:pic>
        <p:nvPicPr>
          <p:cNvPr id="5" name="Picture 4" descr="gen-facac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Do the work, and integrate the build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four components, one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build, and where leadership 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team writes four components, one each; they integrate into one deployable template the team confirms together.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Your code is submitted as itself — kept where the team can see it, not copied into worksheets.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leader's work sits on the flow — coaching, unblocking, integrating — not inside a component.</a:t>
            </a:r>
          </a:p>
        </p:txBody>
      </p:sp>
      <p:pic>
        <p:nvPicPr>
          <p:cNvPr id="5" name="Picture 4" descr="team-buil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443" y="1783080"/>
            <a:ext cx="3173354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and integrate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7 and 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Build your allocated component and record where it lives, then integrate the four components into one deployable template and confirm it as a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~60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Work visible to the team, integrated together, confirmed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What integration took is worth writing down — it becomes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Lead the meeting, observed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run it so someone watching sees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Leading a team meeting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led meeting has a shape: purpose stated, everyone heard, blockers surfaced, decisions made and recorded.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Facilitate open and respectful communication — draw out the quiet member, park the derail, keep the thread.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observer completes notes at the end — what someone outside the team saw is part of the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9 and 10.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Lead a team meeting with an observer watching, then have the observer complete the observation notes while it's 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meeting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Purpose, voices, blockers, decisions,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observer's view is evidence — hear it while it's fresh.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reflective accounts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real episodes, told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Handling conflict and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strategies: separate the person from the problem, find the shared interest, agree a way forward — not a winner.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challenges worth recognising: difficulty performing tasks, conflict with clients or teammates, risks and hazards, unethical behaviour.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Surfaced and managed conflict improves the build; suppressed conflict resurfaces at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Coaching, and supporting individuals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Coaching develops capability in the moment: ask before telling, model then hand over, give room to try, check understanding.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Support individuals toward the common goal — sometimes that's a stretch, not a rescue.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you just supply the fix, you've solved the task and developed no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Writing a reflective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reflection is a real episode, told honestly: what happened, what you did, what came of it, what you'd do differently.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technique you used — the account shows the skill by showing it in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accounts: a conflict or challenge, a coaching moment, an issue the team hit and your part in resolving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three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11, 12 and 13.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Write the conflict account, the coaching account, and the issue account — real episodes from your build, with the technique named in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accounts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Person from problem; shared interest; a way forward.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Ask before telling; stretch, don't rescue.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Real episode, named technique, honest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Measure, feed back, develop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plan is the yardstick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Measure the team against the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performance plans from the set-up are the yardstick: what was due, what was delivered, at what quality.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Measure the work, not the person — objective, evidence-based, collated so the picture is evidence rather than impression.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Measurement is the input to feedback; without it feedback is opinion.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Feedback, and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feedback shape: close to the event, specific, actionable — behaviour, effect, next step.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measured gap becomes a development opportunity: specific, tied to a person and the team's goal.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opportunity without an action plan is a note — who, what, by when.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Measure, feed back,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14, 15 and 16.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Measure the team against the plan, record the feedback you gave, and record the development opportunities and what you did about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Measure and grow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Measured against the plan, collated as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Behaviour, effect, next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Gaps become opportunities become action plans.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Reflect, and answer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you led, in your own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Reflect on how you 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professional behaviours to reflect against: reliability, fairness, openness, following through.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reflection reviews, it doesn't summarise: what your leading changed, what it cost, what you'd carry forward.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questions that follow ask for your techniques — facilitation, coaching, conflict — cited from your own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Reflect and answer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17, then the assessment's questions Q1 to Q3 from your own build.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Reflect on how you led, then answer: the requirements that applied, the techniques you used, and how you resolve conflict.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Topic 6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build is the vehicle; the leading is the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Real episodes, techniques named, measured against the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Reflection reviews; answers cite your own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7 — the individual deploy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team delivered, and you led it — planned, run, measured, developed, reflected.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is AT3: each member individually deploys, tests and proves the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