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06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Writing the IaC by component: leading, supporting and monitoring the team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Leading the AT2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5 planned the team and allocated the four components; now the team writes the IaC and you lead the 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team leader runs the build: coaching, supporting, facilitating issue resolution, problem-solving, managing conflict, then monitoring performance and developing others.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In-world: you lead the YAT ICT team building Ledgerline's improved infrastructure.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Leadership, not code — the CloudFormation write is the vehicle; the assessed evidence (AT2) is how you lead it.</a:t>
            </a:r>
          </a:p>
        </p:txBody>
      </p:sp>
      <p:pic>
        <p:nvPicPr>
          <p:cNvPr id="5" name="Picture 4" descr="gen-facacd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Coaching &amp; supporting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coach the people, run the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divided-IaC write — your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team writes four components — network, compute, database, storage — one per member, integrated into one template.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build flows: component drafts → integrate into one template → review and monitor → team sign-off.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don't write the components; you run the build — coaching, supporting and monitoring the team through it.</a:t>
            </a:r>
          </a:p>
        </p:txBody>
      </p:sp>
      <p:pic>
        <p:nvPicPr>
          <p:cNvPr id="5" name="Picture 4" descr="team-buil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443" y="1783080"/>
            <a:ext cx="3173354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Mentoring &amp; coaching techniques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Coaching develops capability in the moment; mentoring builds it over time — both grow the person, not just the task (KE 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Techniques: ask before telling, model then hand over, give room to try, check understanding.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Coaching is how you enhance the workplace culture — a team that learns from each other, not one that waits to be told.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Coach the culture, support the individuals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Provide coaching to staff to enhance workplace culture as the team writes its components (PC 3.1).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Support individuals per organisational requirements toward the common team goals — the one integrated, working template (PC 3.2).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Role-model professional leadership behaviours: reliability, fairness, openness, following through (KE 8).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Facilitating issue resolution &amp; problem-solving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surface the issue, resolve it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Facilitating issue resolution &amp; problem-solving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Facilitate the team to identify, brainstorm, report and resolve task-related issues and inefficiencies — don't solve it for them, run the process (PC 3.3).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Use problem-solving skills for team, task or individual challenges: name the problem, options, decide, act (PC 3.4).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stand-up is the routine that surfaces issues early — blockers reported before they stall the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Conflict, challenges &amp; the teamwork risks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Manage conflicts and challenges per organisational requirements using conflict-resolution and negotiation strategies (PE 5, KE 5).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Separate the person from the problem; find the shared interest; agree a way forward, not a winner.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Watch for the teamwork challenges the evidence expects (KE 10): difficulties performing tasks; conflicts with clients or team members; potential risks or safety hazards; unethical or inappropriate behaviour.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Run the stand-up &amp; resolve a seeded conflict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Lead a stand-up for the practice team: each member reports progress on their component and any blocker.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conflict is injected (two members disagree over an integration boundary) — facilitate it to a resolution and record how you handled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Measuring performance &amp; feedback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measure against the plan, feed it 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Measuring performance against the work plans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Measure each member's performance against the agreed work plans from Topic 5 — the plan is the yardstick (PC 4.1).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Measure the work, not the person: what was due, what was delivered, on what quality.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Measurement is the input to feedback — you can't give useful feedback without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Timely, constructive feedback &amp; assistance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Provide timely, constructive performance feedback to expected organisational standards — close to the event, specific, actionable (PC 4.2).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Balance recognition with the gap; describe the behaviour and its effect, then agree the next step.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Provide feedback and assistance to team members — feedback names the gap, assistance helps close it (PE 2).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Development opportunities &amp; action plans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turn the gaps into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learning &amp; development opportunities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Identify specific learning and development opportunities to improve team and individual performance and behaviours (PC 4.3).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gap you measured (C3) becomes a development opportunity — a skill to build, a behaviour to shift.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Tie each opportunity to an individual and to the team's common goals.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Action plans, collated feedback &amp; developing others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Implement action plans to address individual and team training needs — who, what, by when (PC 4.4).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Collate feedback on individual and team performance so the picture is evidence, not impression (PE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Identify and implement development opportunities for others — leadership grows the team, not just the build (PE 4).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6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 lead the build; the divided-IaC write is the vehicle, the leadership is the assessed evidence (AT2).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Coach to enhance culture and support individuals toward the common goal; role-model professional behaviours.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Facilitate issue resolution and problem-solving; manage conflict and the teamwork risks.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Measure against the work plans, give timely constructive feedback, and turn gaps into development action plans.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7 — the individual deploy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lead, support and monitor the team through the build.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(AT3, Topics 7–8): each member deploys, tests and documents their built infrastructure — the 504-assessed individual 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