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1 to 7 today, in order. Diagnosis precedes design — hold that line all Topic.</a:t>
            </a:r>
          </a:p>
          <a:p>
            <a:r>
              <a:t>Misconception: "we already know the fix, let's design it." A fix proposed before the goals exist has nothing to be measured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pillars recur all cluster. A review evaluates against them — an inventory with no judgement isn't a review.</a:t>
            </a:r>
          </a:p>
          <a:p>
            <a:r>
              <a:t>Question to pose: which pillar does a single-AZ design most obviously fail?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diagram; trace the request path and have them find the shared failure domain.</a:t>
            </a:r>
          </a:p>
          <a:p>
            <a:r>
              <a:t>Note what is ABSENT as well as what is present — a missing tier is a finding, not a blank.</a:t>
            </a:r>
          </a:p>
          <a:p>
            <a:r>
              <a:t>The workbook's task 1 runs the same reading, on this same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from event to cost: "the server goes down" is technical; "the course catalogue is offline during an advertising campaign" is impact.</a:t>
            </a:r>
          </a:p>
          <a:p>
            <a:r>
              <a:t>Ask what a public audience changes about impact compared with a staff-only system — that contrast is the reasoning their assessment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1–2, on the website engagement.</a:t>
            </a:r>
          </a:p>
          <a:p>
            <a:r>
              <a:t>Watch for resource lists with no judgement, and technical-only impacts.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3 — the regulatory requirements document is on the intranet; the task is careful reading plus an honest assessment.</a:t>
            </a:r>
          </a:p>
          <a:p>
            <a:r>
              <a:t>The over-read is the common failure; the instruments say precisely what is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3.</a:t>
            </a:r>
          </a:p>
          <a:p>
            <a:r>
              <a:t>Press for evidence on every row — "compliant" with nothing behind it is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menu, not a decision — the next slide narrows it. Give each option a one-line "what it buys".</a:t>
            </a:r>
          </a:p>
          <a:p>
            <a:r>
              <a:t>Misconception: more redundancy is always better. Every option costs; the skill is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4 and 5 — the option list, then the assessment against the business.</a:t>
            </a:r>
          </a:p>
          <a:p>
            <a:r>
              <a:t>The single-instance-DB constraint from C1 is the worked example of a constraint doing analytical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migration principles, placed where the options are weighed — the path's cost and risk belong in the assessment.</a:t>
            </a:r>
          </a:p>
          <a:p>
            <a:r>
              <a:t>Question to pose: two options with the same end state, one reachable incrementally and one only by big-bang — which wins,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4–5.</a:t>
            </a:r>
          </a:p>
          <a:p>
            <a:r>
              <a:t>Push them to judge each option, and to record what they rule out and why — the rejection reasoning is marked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6. The goal-versus-solution confusion is the one to press — have them find the outcome under a technology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7 closes the analysis. The workbook order is deliberate: goals first, then decisions confirmed against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tasks 6–7.</a:t>
            </a:r>
          </a:p>
          <a:p>
            <a:r>
              <a:t>Watch for goals that are really solutions, and confirmations with no trace to a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01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Analysing the baseline architecture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Review the baseline, check compliance, weigh the options, set the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analysis to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1 opens AT1: before you improve a cloud system you first understand the one you have.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Today runs the analysis half of the design: review the baseline, check compliance, weigh the options, set the goals.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We work the YAT public website engagement — a real single-AZ system with a real improvement to argue for.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Your assessment runs the same method on a different YAT system. Same reasoning, different answers.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Stay at analysis: diagnose and justify, don't design the changes yet.</a:t>
            </a:r>
          </a:p>
        </p:txBody>
      </p:sp>
      <p:pic>
        <p:nvPicPr>
          <p:cNvPr id="5" name="Picture 4" descr="gen-95de8c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Review the baseline, and evaluate it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understand what you have before you change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to review a cloud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structured review reads an architecture against pillars: security, reliability, performance,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Frame it with the industry standards used in cloud solutions and the standard products the platform is built 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method is vendor-neutral; you apply it to a real baseline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Review the website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current architecture: a VPC, one Availability Zone, a single web instance and a single database.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Read the topology top-down — network, compute, database, storage — noting how each resource is deployed today.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Single-AZ means every tier shares one failure domain; one zone outage takes it all down.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There is no load balancer and no Auto Scaling group — one instance is the entire website.</a:t>
            </a:r>
          </a:p>
        </p:txBody>
      </p:sp>
      <p:pic>
        <p:nvPicPr>
          <p:cNvPr id="5" name="Picture 4" descr="website-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2064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Evaluate the design decisions and their 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Evaluate the baseline and state the business impact of its design decisions — downtime, lost enquiries, reputational exposure.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website is public and 24x7, so an outage is visible to prospective students the moment it happens.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Impact is a business statement, not a technical one; the goals you set later answer this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Review and evaluate the practice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1 and 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Review the practice engagement's current architecture top-down, then evaluate it and state the business impact of its design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Four pillars: security, reliability, performance,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Impact in business language, tied to each design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Record the constraints you find — they shape everything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compliance obligation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read what it obliges, record where you 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Assess compliance against the regulatory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Read the applicable regulatory instruments and record what each actually obliges — no more, no less.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Assess the current architecture against each obligation: compliant, non-compliant, or not applicable — with the evidence.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obligation read too broadly costs as much as one ignored; the precise reading is the skill.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Assess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Assess the practice engagement's compliance against the applicable regulatory requirements, obligation by obligation.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Record what each instrument obliges, precisely.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Assess against each obligation with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options, and their fit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could change, and what fits 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Design patterns and architectural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option space: multi-zone redundancy, horizontal scaling and load balancing, managed versus self-run data tiers, caching, decoupling.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Each option is a pattern with a cost and a benefit — there is no single right answer, only a fit.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Cloud adoption itself changed the option space: managed services, elasticity and shared responsibility reshape what an improvement can be.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Assess the options against the 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Determine and assess the benefits of each option against the current business model and needs — not in the abstract.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Constraints sharpen the choice: an option a constraint rules out narrows the argument to the ones that remain.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End with a judgement per option, not a balanced-sounding 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Reaching an improvement is a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Any option you pick has to be reached from the running baseline: move incrementally, keep the system serving, evidence each step, be able to roll back.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cost of the path is part of the option's cost — a benefit you can only reach through a risky cutover is worth less than it looks.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Weigh the journey with the destination when you assess each option.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Options and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4 and 5.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Identify the design patterns and options open to the practice engagement, then assess their benefits against its business model and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Patterns with costs and benefits; fit over maximum.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Assess against this business, not in the abstract.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ruled-out option with a reason is analysis, not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Goals set, decisions confirmed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target the improvement is measured against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Goals across the four concerns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Set business goals across security, reliability, high performance and cost efficiency.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goal is directional and business-owned — "survive a zone failure without data loss" — and it comes from the business requirements, not from the technology you like.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"Use Multi-AZ" is a solution masquerading as a goal; the goal is the outcome underneath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Confirm the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 the decisions to carry forward, each one traced to a business need and consistent with the goals just set.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shortlist is what Topics 2 and 3 design in detail — nothing enters the design that wasn't confirmed here.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Record what you confirmed and what you deferred; both are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Goals and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tasks 6 and 7.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Set the business goals across the four concerns, then confirm the design decisions you will carry into the design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1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Review against the pillars; state impact in business language.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Read the obligations precisely; assess with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Options judged for fit; goals owned by the business; decisions confirmed against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2 — metrics, and the four-component design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analysis is done: baseline understood, compliance assessed, options weighed, goals set, decisions confirmed.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the design starts — the metrics that prove it, and the four resource components.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