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Analysing the baseline architecture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Review and evaluate the existing Ledgerline cloud architecture, then set the improvement goals and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improvement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1 opens AT1: before you improve a cloud system you first understand the one you have.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is the analysis half of the Solution Design — review the baseline, evaluate it, set the goals. The design of the fix is Topics 2–4.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Vehicle: **Ledgerline**, YAT's Accounting system, runs single-AZ in the cloud — the system you analyse and improve.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Stay at analysis: diagnose and justify, don't design the changes yet.</a:t>
            </a:r>
          </a:p>
        </p:txBody>
      </p:sp>
      <p:pic>
        <p:nvPicPr>
          <p:cNvPr id="5" name="Picture 4" descr="gen-95de8c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Reviewing the baseline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understand what you have before you change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to review a cloud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structured review reads an architecture against pillars: security, reliability, performance,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Frame the review with industry technology standards used in cloud solutions (KE 1) and the standard hardware/software products the platform is built on — compute families, managed databases, object/block storage (KE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the method vendor-neutral here; you apply it to Ledgerline (a real AWS baseline)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Ledgerline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Identify and review Ledgerline's current cloud architecture: a VPC, one Availability Zone, an app tier and a single RDS database.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Read the topology top-down — network, compute, database, storage — and note how each resource is deployed today.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Cloud adoption changes the IT system: managed services, elasticity and shared responsibility reshape how you run and improve it (KE 3).</a:t>
            </a:r>
          </a:p>
        </p:txBody>
      </p:sp>
      <p:pic>
        <p:nvPicPr>
          <p:cNvPr id="5" name="Picture 4" descr="ledgerline-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Evaluate the design decisions &amp; their 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the baseline and name the business impact of its design decisions: single-AZ means single points of failure — one AZ outage takes Accounting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seeded constraint surfaces here: the accounting product is **vendor-certified single-instance only → the database cannot go Multi-AZ**. Record it now — it is the reliability cost-benefit centrepiece in Topic 2.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Impact is a business statement, not a technical one: downtime, lost billing, risk to close-of-month — the language the goals in C3 answer.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the practice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**practice engagement (the website)**, identify and review its current architecture the same way.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Evaluate it and name the business impact of its design decisions — where would an outage or a bottleneck hurt the business?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fit against the business model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could change, and what fits the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 patterns &amp; architectural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the options available to a cloud architecture: multi-AZ redundancy, horizontal scaling and load balancing, managed vs self-run data tiers, caching, decoupling.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option is a pattern with a cost and a benefit — there is no single right answer, only a 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four improvement concerns to weigh against: security, reliability, scalability,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Assess the options against Ledgerline &amp; confirm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Determine and assess the benefits and differences of cloud/architectural options **against Ledgerline's current business model and needs** — not in the abstract.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Weigh what fits: the single-instance DB constraint rules some reliability options out, which sharpens the ones that remain.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the system design decisions to carry forward according to business needs — the shortlist Topics 2–3 will actually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Weigh options on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list the architectural options open to it and assess each against its business model and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design decisions worth carrying forward — and note the ones you rule out and why.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Goals &amp; metrics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set the target the improvement is measured against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Goals across the four concerns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business goals across the four well-architected concerns: security, reliability, high-performance and cost efficiency (PC 1.6, PE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goal is directional and business-owned ("survive an AZ failure without data loss"); a metric makes it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Goals come from business requirements and needs, not from the technology you happen to like.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Ledgerline's goals &amp; confirm the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the security / reliability / high-performance / cost goals for Ledgerline from its business requirements.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and confirm the performance metrics the improved application is measured against — availability %, RTO/RPO, response time, cost per period (PC 2.1).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goals and metrics are the yardstick for the design (Topics 2–3) and the AT3 build — write them so a later Topic can test against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goals &amp; metrics for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set the goals across security, reliability, performance and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metrics each goal is measured by — you will design against them in the practice work that mirrors Topics 2–3.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the baseline against the four pillars before changing anything; name the business impact of each design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Ledgerline is single-AZ with a **vendor-certified single-instance DB that cannot go Multi-AZ** — carry that constraint into Topic 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Assess options against the business model, then confirm the decisions to carry forward.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Set goals across security, reliability, performance and cost, and confirm the metrics — that is the yardstick for the whole improvement.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2 — designing the reliability improvements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reviewed the baseline, weighed the options and set the goals; next you design the reliability changes.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the single-instance-DB constraint — it is the reliability cost-benefit centrepiece Topic 2 opens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