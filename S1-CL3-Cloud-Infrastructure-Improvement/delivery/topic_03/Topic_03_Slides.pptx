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tasks 10 to 13, in order — three improvement passes then the cost-benefit case.</a:t>
            </a:r>
          </a:p>
          <a:p>
            <a:r>
              <a:t>The centrepiece lands in this Topic: rejecting an improvement can be the strongest design move in the cluster.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10 — the security pass. Encryption is assumed on by default, including any cross-region copy.</a:t>
            </a:r>
          </a:p>
          <a:p>
            <a:r>
              <a:t>Misconception: a DR copy is "just a backup" and can be looser. A weaker copy is the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10.</a:t>
            </a:r>
          </a:p>
          <a:p>
            <a:r>
              <a:t>Push tightening-first: an improvement that adds a service before fixing a loose group has the order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before the design. Map each building block to the failure it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diagram tier by tier. Leave the database tension unresolved for one slide on purpose.</a:t>
            </a:r>
          </a:p>
          <a:p>
            <a:r>
              <a:t>Redundancy is applied tier by tier, to the goal — not painted across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assessed piece of reasoning in AT1 — slow down here.</a:t>
            </a:r>
          </a:p>
          <a:p>
            <a:r>
              <a:t>The assessed skill is arguing the trade-off, not naming the feature. A rejection argued well outscores a feature added by reflex.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light — one constraint shaping where specific data sits, nothing more.</a:t>
            </a:r>
          </a:p>
          <a:p>
            <a:r>
              <a:t>Ties back to workbook task 3; the compliance reading becomes a design input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11.</a:t>
            </a:r>
          </a:p>
          <a:p>
            <a:r>
              <a:t>The practice vehicle runs MySQL with no single-instance constraint — the data-tier call is theirs to make, potentially the opposite of Ledgerline's, by the same reasoning. That's the learning, not a mistake.</a:t>
            </a:r>
          </a:p>
          <a:p>
            <a:r>
              <a:t>Watch for the copied verdict; the constraint differs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12, first half. Elasticity's cost payoff is releasing capacity — connect back to Topic 2's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12, second half. The metrics from Topic 2 come back as the things monitored — the thread is deliberate.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12.</a:t>
            </a:r>
          </a:p>
          <a:p>
            <a:r>
              <a:t>Every monitored metric should trace to task 8; every cost claim to a 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13 — the written case. The operational costing document is the baseline; every claim cites it.</a:t>
            </a:r>
          </a:p>
          <a:p>
            <a:r>
              <a:t>The centrepiece rejection from C2 is the worked example of the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13.</a:t>
            </a:r>
          </a:p>
          <a:p>
            <a:r>
              <a:t>Push for numbers from the costing document, and for at least one argued rejection.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Designing the improvements: security, reliability, cost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security, reliability, scalability and cost improvements — and argue the cost-benefit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improvement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tiers are designed; now you improve them — security, then reliability and scalability, then cost and monitoring.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Each pass reviews the same architecture through a different lens, to the goals and metrics you set.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It ends with the argument: every improvement justified on cost versus benefit.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 — the build is AT3.</a:t>
            </a:r>
          </a:p>
        </p:txBody>
      </p:sp>
      <p:pic>
        <p:nvPicPr>
          <p:cNvPr id="5" name="Picture 4" descr="gen-4ef48d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security improvements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improvement stays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layers, and improving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layers: network isolation, security groups, least-privilege access, and encryption at rest and in transit as the baseline.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Review each layer against the goals and design the improvements — tightening what exists before adding anything new.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later change must inherit these layers, not bypass them — a DR copy of financial data carries the same protections as the primary.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security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10.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practice engagement's security layers and design the improvements, each tied to a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Isolation, groups, least privilege, encryption — the baseline layers.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Improvements inherit the layers; copies carry the same protections.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reliability and scalability improvements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improve reliability to the goal, not beyond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a cloud system reliable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Reliability: the system keeps serving through component and zone failures, and recovers from loss.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building blocks: redundancy across zones, backup and restore, and cross-region disaster recovery.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Backup recovers data in place; DR survives losing a whole region — different failures, different tools.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reliability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single-zone baseline against the reliability goals; name where a single failure takes the system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shape of the target: the application tier redundant across zones behind a load balancer; the database covered by backup and restore; a cross-region DR copy, onshore.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One tier is deliberately not made redundant — the next slide argues why.</a:t>
            </a:r>
          </a:p>
        </p:txBody>
      </p:sp>
      <p:pic>
        <p:nvPicPr>
          <p:cNvPr id="5" name="Picture 4" descr="reliability-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centrepiece: rejecting an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accounting product is vendor-certified single-instance only — a failover database is simply not available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only route to one is replacing the product: new licence, data migration, change management, migration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That cost is disproportionate to the reliability gained, so the design rejects it — single-instance database, covered by backup, restore and DR.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"Reliable database = failover database" is the reflex to resist; justify against the goal and the cost, not a checklist.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Database reliability — the options weighed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Option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Reliability gain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Cost / risk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Verdict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Single-instance + backup/restore + cross-region DR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recover from loss; DR onshore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 — no product change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CHOSEN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Failover (Multi-AZ) database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zero-downtime zone failover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not available — vendor single-instance only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infeasible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Replace the accounting product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enables failover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licence + migration + change management + risk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disproportionate — rejected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chosen row must be argued, not just stated — the reasoning is the mark.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residency slice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scoped constraint: specific regulated data must reside in a named region; the main system stays where it 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design keeps the regulated data in-region — a slice of the reliability and DR design, not a second architecture.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Constraints like this were read precisely in the compliance task; here they get built into the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reliability and scalability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11.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the reliability and scalability improvements for the practice engagement to your goals, and argue one cost-benefit trade-off explicitly.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Redundancy tier by tier, to the goal.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rejection, argued on cost versus benefit, is the centrepiece.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Regulated data placed by the compliance reading.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Cost optimisation and monitoring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pay for what the goals need, and watch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cost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Review the design for cost: right-size every tier, release what elasticity makes releasable, and price the improvements.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techniques that deliver the improvements — redundant deployment, health checks, automated backups and snapshots, cross-region copies — each has a running cost; know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design that meets its goals at lower cost beats the same design at higher cost, every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the monitoring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Decide now what the improved system reports: the metrics from task 8, watched by alarms with owners.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Monitoring designed in is cheap; monitoring bolted on later is a retrofit.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design is what the build's monitoring task implements — the numbers are already set.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Cost and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12.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the cost optimisation and the monitoring for the practice engagement — what is right-sized, what is released, what is watched.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Cost and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Right-size, release, price the improvements.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 the metrics you set, by design not retrofit.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cost-benefit justification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every improvement earns its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Justify on cost versus benefit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improvement is justified on cost versus benefit, against the current run cost as the baseline.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shape: what it costs, what it buys, and why that trade is worth it for this business.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rejected options belong in the argument too — what you didn't build, and why, is half the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cost-benefit justification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13.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Justify each improvement for the practice engagement on cost versus benefit, citing the current run cost as the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3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Three passes over one architecture: security, reliability,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strongest design move can be a rejection, argued on cost versus benefit.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Monitoring designed in against the metrics you 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Every improvement earns its place against the run-cost baseline.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4 — draw it, document it, present it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design is complete: analysed, targeted, improved and justified.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draw the improved architecture, document the proposal, and present it for sign-off.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