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03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Designing for scalability and the four components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Design the scalability improvements by selecting and improving the four resource tiers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scalability half of the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3 continues AT1: you design the scalability improvements for Ledgerline (single-AZ cloud).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Structure the design by four resource components — network, compute, database, storage — the same four units the AT2 team later divides the IaC write by.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Scalability here means elastic capacity-on-demand, demonstrable by test at AT3 — not a forecast, and not over-provisioning.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Design only, to the business needs — the build is AT3.</a:t>
            </a:r>
          </a:p>
        </p:txBody>
      </p:sp>
      <p:pic>
        <p:nvPicPr>
          <p:cNvPr id="5" name="Picture 4" descr="gen-5b8488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The four resource components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select and improve each tier to the business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Scalability = elastic capacity-on-demand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Elastic capacity: add resources as load rises, release them as load falls — pay for what you use.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test of a scalable design is a demonstration: it scales on demand (proven at AT3), not a load forecast on paper.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Over-provisioning fixed spare capacity is not scalability — it is gold-plating; right-size instead.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four resource components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Split the design across four tiers: network, compute, database, storage.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Compute and storage are the tiers that scale elastically on demand; network and database are selected and configured to support that scale.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These are the same four units the AT2 team later divides the IaC write by — a clean seam from design to build.</a:t>
            </a:r>
          </a:p>
        </p:txBody>
      </p:sp>
      <p:pic>
        <p:nvPicPr>
          <p:cNvPr id="5" name="Picture 4" descr="four-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3131820"/>
            <a:ext cx="5120640" cy="1325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Selecting and improving each tier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Network: right-size the path and load-spreading so the tier below can scale out behind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Compute: move from fixed capacity to a pool that grows and shrinks on demand (auto scaling).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Database: select a managed data service that scales reads without a rebuild; keep Ledgerline's accounting data consistent.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Storage: select storage that grows on demand rather than a fixed-size volume.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Justify against the business needs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Tie every resource choice to a stated Ledgerline business need — why this tier, why this size.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Choose the simplest option that meets the need; note where capacity scales elastically and how it would be demonstrated by test.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Do not over-engineer: no tier scaled beyond what a need justifies.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Design the four tiers for the practice engagement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practice-vehicle engagement, select and improve the network, compute, database and storage tiers to its business needs.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Mark where capacity scales elastically, and justify each choice against a named need.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Object storage in context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contrast a stateful system with an object-storage-dependent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Object storage for static web sites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Object storage holds whole objects (files) addressed by key — it scales storage on demand and serves static assets directly.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is the natural home for a static web site's content: HTML, images, downloads served without a server.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Contextual knowledge here — not a Ledgerline requirement, but the contrast that sharpens what Ledgerline's storage actually needs.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Ledgerline vs a static-website workload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Ledgerline is a stateful accounting system: transactional, consistent, database-backed — object storage is not its primary store.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 object-storage-dependent static-website workload is the opposite: its content lives in object storage and scales with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Be able to explain how you would provision object storage for such a workload if the need arose.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Answer the object-storage-in-context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Contrast Ledgerline's storage needs with an object-storage-dependent website workload.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Explain how you would provision object storage for the website workload if it were needed.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Topic 3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Scalability = elastic capacity-on-demand, demonstrable by test — not a forecast, not over-provisioning.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Design across four resource components: network, compute, database, storage — the AT2 IaC seam.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Justify each tier against a Ledgerline business need; right-size, choose the simplest that fits.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Object storage suits static-website workloads; Ledgerline is stateful and database-backed — know the contrast.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4 — document, present &amp; sign-off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designed the scalability half across the four components; next you document and present the Solution Design for sign-off.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these resource selections and their justifications — they are the core of the design.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