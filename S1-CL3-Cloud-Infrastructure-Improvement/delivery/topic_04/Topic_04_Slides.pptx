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and presenting the Solution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the whole Solution Design, present it for review, and obtain sign-off to proceed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AT1 — from design to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1–3 produced the design; Topic 4 turns it into one reviewable Solution Design and gets it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moves: document and present the proposed architecture, then obtain the sign-off to proceed to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cost-benefit reasoning rides inside the Solution Design — there is no separate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 — this is the AT1 deliverable and its approval gate; the build is AT2/AT3.</a:t>
            </a:r>
          </a:p>
        </p:txBody>
      </p:sp>
      <p:pic>
        <p:nvPicPr>
          <p:cNvPr id="5" name="Picture 4" descr="gen-251f9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presenting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assemble it, then walk them through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Solution Design document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Solution Design is a professional artefact: the proposed architecture, the rationale, and the trade-offs — complete and readable by a reviewer who wasn't in the room.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documents the improved architecture with clear diagrams, decision rationale, and the metrics behind each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Pitched for a review audience: the required personnel who decide whether to proceed.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whole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Bring together the baseline analysis (Topic 1) and the four design concerns — reliability and scalability (Topics 2–3) —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Each proposed change traces back to a named requirement or gap; the diagrams, tables and prose agree.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Fold in the cost-benefit reasoning: what each change costs and the improvement it buys.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Solution Design document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Baseline &amp; gaps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Current Ledgerline architecture and the improvement needs (Topic 1)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Proposed architecture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improved design + diagrams (reliability + scalability, Topics 2–3)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Decision rationale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Each change: the requirement met, the option chosen, why over alternatives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Cost-benefit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trade-offs — including why the database is not Multi-AZ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Sign-off record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to proceed to deployment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cost-benefit is a section here, not a separate business case;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Present it for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Present the proposed architecture to the required personnel for review — walk the decisions that matter, not every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 ready to defend the reliability cost-benefit call: why the database stays single-AZ rather than Multi-AZ.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Seek feedback and respond — accept, adjust, or defend with reasons; this is an observed individual oral in AT1 Part 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design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present your assembled Solution Design to a mock review panel.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key decisions and defend the cost-benefit trade-offs; seek and respond to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Obtaining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 authorised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deploy sign-off — the approval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sign-off to proceed to deployment from the required personnel — the formal authorisation to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Sign-off is the gate: no AT2/AT3 work starts until the design is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it — who approved, on what, when — as part of the Solution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cluster's first approval: sign-off to proceed to deployment, on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second is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gate authorises the build; the AT3 gate accepts the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baseline analysis and the four design concerns into one reviewable Solution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cost-benefit rides inside the document — no separate business case; be ready to defend the no-Multi-AZ 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proposed architecture to the required personnel and respond to feedback.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sign-off to proceed — the deploy gate, distinct from the AT3 final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leading the AT2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 to proceed.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lead and plan the team that implements the approved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