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CLOSE of AT1 — Topics 1–3 produced the design; Topic 4 turns it into one reviewable Solution</a:t>
            </a:r>
          </a:p>
          <a:p>
            <a:r>
              <a:t>Design and gets it approved. Two moves: document/present, then obtain sign-off.</a:t>
            </a:r>
          </a:p>
          <a:p>
            <a:r>
              <a:t>• First two bullets: Topics 1–3 produced the design; today you assemble it into one reviewable Solution</a:t>
            </a:r>
          </a:p>
          <a:p>
            <a:r>
              <a:t>Design and get it approved — document and present, then obtain the sign-off to proceed to deployment.</a:t>
            </a:r>
          </a:p>
          <a:p>
            <a:r>
              <a:t>• Third bullet: the cost-benefit reasoning rides INSIDE the Solution Design — there is no separate</a:t>
            </a:r>
          </a:p>
          <a:p>
            <a:r>
              <a:t>business case. Say this clearly; students expect a standalone business case.</a:t>
            </a:r>
          </a:p>
          <a:p>
            <a:r>
              <a:t>• Fourth bullet (the discipline): design only — this is the AT1 deliverable and its approval gate; the</a:t>
            </a:r>
          </a:p>
          <a:p>
            <a:r>
              <a:t>build is AT2/AT3.</a:t>
            </a:r>
          </a:p>
          <a:p>
            <a:r>
              <a:t>Misconception to pre-empt: "we write a separate business case for the cost-benefit." No — in this cluster</a:t>
            </a:r>
          </a:p>
          <a:p>
            <a:r>
              <a:t>the cost-benefit is a SECTION of the Solution Design; one document carries the design, the rationale and</a:t>
            </a:r>
          </a:p>
          <a:p>
            <a:r>
              <a:t>the trade-offs.</a:t>
            </a:r>
          </a:p>
          <a:p>
            <a:r>
              <a:t>Question to pose: "Where does the no-Multi-AZ-database argument live in the deliverable?" (inside the</a:t>
            </a:r>
          </a:p>
          <a:p>
            <a:r>
              <a:t>Solution Design's cost-benefit section — not a separate document).</a:t>
            </a:r>
          </a:p>
          <a:p>
            <a:r>
              <a:t>UoC/AT1 tie: this Topic develops ICTCLD504 PC 2.4 (document &amp; present) and PC 2.5 (obtain sign-off); the</a:t>
            </a:r>
          </a:p>
          <a:p>
            <a:r>
              <a:t>output is the assembled AT1 Solution Design + the observed presentation and sign-off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— what a Solution Design document IS: a professional artefact a reviewer who wasn't in</a:t>
            </a:r>
          </a:p>
          <a:p>
            <a:r>
              <a:t>the room can read and decide on. Teach the standard before they assemble theirs.</a:t>
            </a:r>
          </a:p>
          <a:p>
            <a:r>
              <a:t>• First bullet: a Solution Design is a professional artefact — the proposed architecture, the rationale,</a:t>
            </a:r>
          </a:p>
          <a:p>
            <a:r>
              <a:t>and the trade-offs — complete and readable by a reviewer who wasn't in the room.</a:t>
            </a:r>
          </a:p>
          <a:p>
            <a:r>
              <a:t>• Second bullet: it documents the improved architecture with clear DIAGRAMS, decision RATIONALE, and the</a:t>
            </a:r>
          </a:p>
          <a:p>
            <a:r>
              <a:t>METRICS behind each call. Three things, not just diagrams.</a:t>
            </a:r>
          </a:p>
          <a:p>
            <a:r>
              <a:t>• Third bullet: it's pitched for a REVIEW audience — the required personnel who decide whether to</a:t>
            </a:r>
          </a:p>
          <a:p>
            <a:r>
              <a:t>proceed. Write for the decider, not the builder.</a:t>
            </a:r>
          </a:p>
          <a:p>
            <a:r>
              <a:t>Misconception to pre-empt: "a diagram is the design." No — the diagram is one part; without the rationale</a:t>
            </a:r>
          </a:p>
          <a:p>
            <a:r>
              <a:t>and the metrics a reviewer can't judge WHY, only WHAT. All three are marked.</a:t>
            </a:r>
          </a:p>
          <a:p>
            <a:r>
              <a:t>Question to pose: "A reviewer who wasn't in your design sessions opens the document — what must be there</a:t>
            </a:r>
          </a:p>
          <a:p>
            <a:r>
              <a:t>for them to approve it?" (architecture + rationale + metrics/trade-offs, readable cold).</a:t>
            </a:r>
          </a:p>
          <a:p>
            <a:r>
              <a:t>UoC/AT1 tie: ICTCLD504 PC 2.4 (document &amp; present proposed architecture for review) → the AT1 Solution</a:t>
            </a:r>
          </a:p>
          <a:p>
            <a:r>
              <a:t>Design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assembly slide — bring Topics 1–3 together into one coherent document where every part agrees. This</a:t>
            </a:r>
          </a:p>
          <a:p>
            <a:r>
              <a:t>is where scattered design work becomes a single deliverable.</a:t>
            </a:r>
          </a:p>
          <a:p>
            <a:r>
              <a:t>• First bullet: bring together the baseline analysis (Topic 1) and the four design concerns —</a:t>
            </a:r>
          </a:p>
          <a:p>
            <a:r>
              <a:t>reliability and scalability (Topics 2–3) — into ONE document.</a:t>
            </a:r>
          </a:p>
          <a:p>
            <a:r>
              <a:t>• Second bullet: each proposed change traces back to a named requirement or gap; the diagrams, tables and</a:t>
            </a:r>
          </a:p>
          <a:p>
            <a:r>
              <a:t>prose AGREE. Consistency is a marked quality.</a:t>
            </a:r>
          </a:p>
          <a:p>
            <a:r>
              <a:t>• Third bullet: fold in the cost-benefit reasoning — what each change costs and the improvement it buys</a:t>
            </a:r>
          </a:p>
          <a:p>
            <a:r>
              <a:t>(including the no-Multi-AZ-database call).</a:t>
            </a:r>
          </a:p>
          <a:p>
            <a:r>
              <a:t>Misconception to pre-empt: "assemble = staple the topic outputs together." No — assembly means making</a:t>
            </a:r>
          </a:p>
          <a:p>
            <a:r>
              <a:t>them agree and traceable; contradictions between the diagram and the prose are exactly what a reviewer</a:t>
            </a:r>
          </a:p>
          <a:p>
            <a:r>
              <a:t>catches.</a:t>
            </a:r>
          </a:p>
          <a:p>
            <a:r>
              <a:t>Question to pose: "Your reliability diagram shows a single-AZ DB but your prose says 'highly available</a:t>
            </a:r>
          </a:p>
          <a:p>
            <a:r>
              <a:t>database' — what's wrong, and which is right?" (they must agree; the design is single-AZ DB by the</a:t>
            </a:r>
          </a:p>
          <a:p>
            <a:r>
              <a:t>cost-benefit call).</a:t>
            </a:r>
          </a:p>
          <a:p>
            <a:r>
              <a:t>UoC/AT1 tie: ICTCLD504 PC 2.4 → the assembled AT1 Solution Design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PRESENTATION — walking a reviewer through the design and defending the key call. Note this is</a:t>
            </a:r>
          </a:p>
          <a:p>
            <a:r>
              <a:t>an observed individual oral (AT1 Part B), so the skill is spoken, not written.</a:t>
            </a:r>
          </a:p>
          <a:p>
            <a:r>
              <a:t>• First bullet: present the proposed architecture to the required personnel — walk the DECISIONS that</a:t>
            </a:r>
          </a:p>
          <a:p>
            <a:r>
              <a:t>matter, not every line. Curate for the audience.</a:t>
            </a:r>
          </a:p>
          <a:p>
            <a:r>
              <a:t>• Second bullet: be ready to DEFEND the reliability cost-benefit call — why the database stays single-AZ</a:t>
            </a:r>
          </a:p>
          <a:p>
            <a:r>
              <a:t>rather than Multi-AZ. This is the question a reviewer will press.</a:t>
            </a:r>
          </a:p>
          <a:p>
            <a:r>
              <a:t>• Third bullet: seek feedback and respond — accept, adjust, or defend with reasons. This is an observed</a:t>
            </a:r>
          </a:p>
          <a:p>
            <a:r>
              <a:t>individual oral in AT1 Part B; responding well is assessed.</a:t>
            </a:r>
          </a:p>
          <a:p>
            <a:r>
              <a:t>Misconception to pre-empt: "presenting = reading every slide." No — you walk the decisions that matter</a:t>
            </a:r>
          </a:p>
          <a:p>
            <a:r>
              <a:t>and can defend them under questioning; reading the document aloud isn't presenting it.</a:t>
            </a:r>
          </a:p>
          <a:p>
            <a:r>
              <a:t>Question to pose: "A reviewer says 'a real accounting system should have a Multi-AZ database' — what's</a:t>
            </a:r>
          </a:p>
          <a:p>
            <a:r>
              <a:t>your response?" (defend the cost-benefit: vendor single-instance, product-replacement cost</a:t>
            </a:r>
          </a:p>
          <a:p>
            <a:r>
              <a:t>disproportionate to the goal).</a:t>
            </a:r>
          </a:p>
          <a:p>
            <a:r>
              <a:t>UoC/AT1 tie: ICTCLD504 PC 2.4 (present for review to required personnel) → AT1 Part B observed</a:t>
            </a:r>
          </a:p>
          <a:p>
            <a:r>
              <a:t>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present their assembled practice Solution Design to a</a:t>
            </a:r>
          </a:p>
          <a:p>
            <a:r>
              <a:t>mock review panel — a live rehearsal of the AT1 Part B oral.</a:t>
            </a:r>
          </a:p>
          <a:p>
            <a:r>
              <a:t>Tell students: "For the practice engagement — the website vehicle — present your assembled Solution</a:t>
            </a:r>
          </a:p>
          <a:p>
            <a:r>
              <a:t>Design to a mock review panel. Walk the key decisions, defend your cost-benefit trade-offs, and seek and</a:t>
            </a:r>
          </a:p>
          <a:p>
            <a:r>
              <a:t>respond to feedback."</a:t>
            </a:r>
          </a:p>
          <a:p>
            <a:r>
              <a:t>Run it (put on the board):</a:t>
            </a:r>
          </a:p>
          <a:p>
            <a:r>
              <a:t>1. Pair or small-group: one presents, the others are the review panel.</a:t>
            </a:r>
          </a:p>
          <a:p>
            <a:r>
              <a:t>2. Presenter walks the decisions that matter (not every line) and defends at least one cost-benefit</a:t>
            </a:r>
          </a:p>
          <a:p>
            <a:r>
              <a:t>trade-off.</a:t>
            </a:r>
          </a:p>
          <a:p>
            <a:r>
              <a:t>3. Panel gives feedback; presenter responds — accept, adjust, or defend with reasons. Then swap.</a:t>
            </a:r>
          </a:p>
          <a:p>
            <a:r>
              <a:t>Must produce: each student has presented once and fielded at least one challenge on a trade-off.</a:t>
            </a:r>
          </a:p>
          <a:p>
            <a:r>
              <a:t>Timing: ~25 min. Where they get stuck: they read the document instead of presenting, and they crumble on</a:t>
            </a:r>
          </a:p>
          <a:p>
            <a:r>
              <a:t>the first challenge instead of defending with the cost-benefit reasoning — coach both.</a:t>
            </a:r>
          </a:p>
          <a:p>
            <a:r>
              <a:t>Share-back prompt: ask a panel which defence they found most convincing, and why.</a:t>
            </a:r>
          </a:p>
          <a:p>
            <a:r>
              <a:t>No-leakage note: the website is the practice vehicle; AT1 assesses the presentation on Ledgerline —</a:t>
            </a:r>
          </a:p>
          <a:p>
            <a:r>
              <a:t>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the deploy sign-off, the formal authorisation that gates the build. Teach it as a real</a:t>
            </a:r>
          </a:p>
          <a:p>
            <a:r>
              <a:t>gate with a record, not a formality.</a:t>
            </a:r>
          </a:p>
          <a:p>
            <a:r>
              <a:t>• First bullet: obtain sign-off to proceed to deployment from the required personnel — the formal</a:t>
            </a:r>
          </a:p>
          <a:p>
            <a:r>
              <a:t>AUTHORISATION to build.</a:t>
            </a:r>
          </a:p>
          <a:p>
            <a:r>
              <a:t>• Second bullet: sign-off is the GATE — no AT2/AT3 work starts until the design is approved. It has</a:t>
            </a:r>
          </a:p>
          <a:p>
            <a:r>
              <a:t>consequences.</a:t>
            </a:r>
          </a:p>
          <a:p>
            <a:r>
              <a:t>• Third bullet: RECORD it — who approved, on what, when — as part of the Solution Design. An unrecorded</a:t>
            </a:r>
          </a:p>
          <a:p>
            <a:r>
              <a:t>approval is no approval.</a:t>
            </a:r>
          </a:p>
          <a:p>
            <a:r>
              <a:t>Misconception to pre-empt: "sign-off is just a signature at the end." No — it's the authorisation that</a:t>
            </a:r>
          </a:p>
          <a:p>
            <a:r>
              <a:t>lets the build begin, and it must be recorded (who/what/when) to be evidence.</a:t>
            </a:r>
          </a:p>
          <a:p>
            <a:r>
              <a:t>Question to pose: "What can't happen until this sign-off is obtained and recorded?" (the AT2/AT3 build —</a:t>
            </a:r>
          </a:p>
          <a:p>
            <a:r>
              <a:t>sign-off gates deployment).</a:t>
            </a:r>
          </a:p>
          <a:p>
            <a:r>
              <a:t>UoC/AT1 tie: ICTCLD504 PC 2.5 (obtain sign-off to proceed to deployment) → the AT1 sign-off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the cluster's TWO approval moments so students don't conflate them — a common exam error.</a:t>
            </a:r>
          </a:p>
          <a:p>
            <a:r>
              <a:t>This slide exists purely to separate them cleanly.</a:t>
            </a:r>
          </a:p>
          <a:p>
            <a:r>
              <a:t>• First bullet: THIS is the cluster's first approval — sign-off to proceed to deployment, on the DESIGN.</a:t>
            </a:r>
          </a:p>
          <a:p>
            <a:r>
              <a:t>It authorises work that hasn't happened yet.</a:t>
            </a:r>
          </a:p>
          <a:p>
            <a:r>
              <a:t>• Second bullet: the SECOND is the final sign-off at AT3 — on the deployed and tested improvement. It</a:t>
            </a:r>
          </a:p>
          <a:p>
            <a:r>
              <a:t>accepts work that has happened.</a:t>
            </a:r>
          </a:p>
          <a:p>
            <a:r>
              <a:t>• Third bullet: this gate authorises the build; the AT3 gate accepts the result. Different moment,</a:t>
            </a:r>
          </a:p>
          <a:p>
            <a:r>
              <a:t>different object, different question.</a:t>
            </a:r>
          </a:p>
          <a:p>
            <a:r>
              <a:t>Misconception to pre-empt: "sign-off is sign-off." No — the AT1 sign-off approves a PLAN to build; the</a:t>
            </a:r>
          </a:p>
          <a:p>
            <a:r>
              <a:t>AT3 sign-off accepts a BUILT-and-tested result. Confusing them muddles what each is evidence of.</a:t>
            </a:r>
          </a:p>
          <a:p>
            <a:r>
              <a:t>Question to pose: "The AT1 sign-off and the AT3 sign-off — what does each one approve?" (AT1: proceed to</a:t>
            </a:r>
          </a:p>
          <a:p>
            <a:r>
              <a:t>deploy, on the design; AT3: accept the deployed &amp; tested improvement).</a:t>
            </a:r>
          </a:p>
          <a:p>
            <a:r>
              <a:t>UoC/AT1 tie: ICTCLD504 PC 2.5 (obtain sign-off to proceed) — the first of the cluster's two approval</a:t>
            </a:r>
          </a:p>
          <a:p>
            <a:r>
              <a:t>moments; the second is evidenced at AT3.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Documenting and presenting the Solution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Assemble the whole Solution Design, present it for review, and obtain sign-off to proceed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AT1 — from design to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1–3 produced the design; Topic 4 turns it into one reviewable Solution Design and gets it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Two moves: document and present the proposed architecture, then obtain the sign-off to proceed to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cost-benefit reasoning rides inside the Solution Design — there is no separate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 — this is the AT1 deliverable and its approval gate; the build is AT2/AT3.</a:t>
            </a:r>
          </a:p>
        </p:txBody>
      </p:sp>
      <p:pic>
        <p:nvPicPr>
          <p:cNvPr id="5" name="Picture 4" descr="gen-251f9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Documenting &amp; presenting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assemble it, then walk them through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Solution Design document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Solution Design is a professional artefact: the proposed architecture, the rationale, and the trade-offs — complete and readable by a reviewer who wasn't in the room.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documents the improved architecture with clear diagrams, decision rationale, and the metrics behind each call.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Pitched for a review audience: the required personnel who decide whether to proceed.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Assemble the whole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Bring together the baseline analysis (Topic 1) and the four design concerns — reliability and scalability (Topics 2–3) — into one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proposed change traces back to a named requirement or gap; the diagrams, tables and prose agree.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Fold in the cost-benefit reasoning: what each change costs and the improvement it buys.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Solution Design document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What it contains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Baseline &amp; gaps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Current Ledgerline architecture and the improvement needs (Topic 1)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Proposed architecture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improved design + diagrams (reliability + scalability, Topics 2–3)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Decision rationale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Each change: the requirement met, the option chosen, why over alternatives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Cost-benefit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trade-offs — including why the database is not Multi-AZ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Sign-off record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approval to proceed to deployment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cost-benefit is a section here, not a separate business case; the sign-off record closes the document.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Present it for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Present the proposed architecture to the required personnel for review — walk the decisions that matter, not every 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 ready to defend the reliability cost-benefit call: why the database stays single-AZ rather than Multi-AZ.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Seek feedback and respond — accept, adjust, or defend with reasons; this is an observed individual oral in AT1 Part 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Rehearse the design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 (the website vehicle), present your assembled Solution Design to a mock review panel.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the key decisions and defend the cost-benefit trade-offs; seek and respond to feedback.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Obtaining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get the deploy authorised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deploy sign-off — the approval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sign-off to proceed to deployment from the required personnel — the formal authorisation to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Sign-off is the gate: no AT2/AT3 work starts until the design is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Record it — who approved, on what, when — as part of the Solution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Two approval moments — don't confuse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cluster's first approval: sign-off to proceed to deployment, on the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second is the final sign-off at AT3, on the deployed and tested improvement.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gate authorises the build; the AT3 gate accepts the result.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4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Assemble the baseline analysis and the four design concerns into one reviewable Solution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cost-benefit rides inside the document — no separate business case; be ready to defend the no-Multi-AZ call.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Present the proposed architecture to the required personnel and respond to feedback.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and record the sign-off to proceed — the deploy gate, distinct from the AT3 final sign-off.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5 — leading the AT2 build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AT1 is closed out: designed, documented, presented, signed off to proceed.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switch from design to build — lead and plan the team that implements the approved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