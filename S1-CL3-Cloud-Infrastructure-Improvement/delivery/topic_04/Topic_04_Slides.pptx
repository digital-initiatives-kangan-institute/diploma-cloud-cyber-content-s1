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tasks 14 to 18, then the remaining written questions.</a:t>
            </a:r>
          </a:p>
          <a:p>
            <a:r>
              <a:t>Students expect a standalone business case — say clearly the cost-benefit is a section of the one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14. Any drawing tool is fine; agreement with the design beats prettiness.</a:t>
            </a:r>
          </a:p>
          <a:p>
            <a:r>
              <a:t>The single-instance database should be visibly single-instance — the diagram states the design honestly, rejection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 14.</a:t>
            </a:r>
          </a:p>
          <a:p>
            <a:r>
              <a:t>Pair-swap works: if a partner can't read a box's job, it needs a better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Without rationale and metrics a reviewer can judge what, but not why — and why is what gets approved.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15. Assembly means making the parts agree, not stapling them together.</a:t>
            </a:r>
          </a:p>
          <a:p>
            <a:r>
              <a:t>The classic catch: a diagram showing one thing and prose claiming another — have them self-check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 15.</a:t>
            </a:r>
          </a:p>
          <a:p>
            <a:r>
              <a:t>Press traceability: any change picked at random leads back to a requirement, or it doesn't belong.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16 — the preparation is its own task, and the one-point-per-part discipline stops a page-turn.</a:t>
            </a:r>
          </a:p>
          <a:p>
            <a:r>
              <a:t>The cost-benefit rejection is the challenge to expect; the C2 argument is the prepared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tasks 17 and 18. The presentation is observed; responding to challenge is assessed, not just surviving it.</a:t>
            </a:r>
          </a:p>
          <a:p>
            <a:r>
              <a:t>The two-approvals distinction matters — this one approves a plan; the final one accepts a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tasks 16–18, in pairs or small groups, roles swapped.</a:t>
            </a:r>
          </a:p>
          <a:p>
            <a:r>
              <a:t>The panel challenges at least one trade-off; the presenter answers from their own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assessment carries Q1–Q3; Q2 was rehearsed in Topic 2. The practice workbook carries none — rehearse with the assessment's.</a:t>
            </a:r>
          </a:p>
          <a:p>
            <a:r>
              <a:t>Push each answer back to their own workbook: the standards their review used, the migration path their options assessment weighed.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assessment Q1 + Q3 rehearsed on the practice design.</a:t>
            </a:r>
          </a:p>
          <a:p>
            <a:r>
              <a:t>Listen for citations of their own analysis rather than recited definitions.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04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Drawing, documenting and presenting the design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Draw the improved architecture, document and justify it, present it, and get sign-off to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Closing AT1 — from design to sign-off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 design is complete; now it becomes one reviewable proposal: drawn, documented, presented, approved.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 cost-benefit reasoning rides inside the proposal — there is no separate business case.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This Topic ends with the sign-off that authorises the build.</a:t>
            </a:r>
          </a:p>
        </p:txBody>
      </p:sp>
      <p:pic>
        <p:nvPicPr>
          <p:cNvPr id="5" name="Picture 4" descr="gen-251f96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Draw the improved architecture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one picture of the whole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Draw what you designed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One diagram of the whole improved architecture: every tier, every improvement, and where the users come in.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Label what each component is for, not just what product it uses — a reader sees the job of every box.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diagram must agree with the design tables that produced it; a mismatch here is what reviewers catch 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Draw the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 14.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Draw the full improved architecture for the practice engagement, agreeing with every design decision you recorded.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The drawing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Every tier, every improvement, one picture.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Labels say the job; the drawing agrees with the tables.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Document and justify the proposal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readable cold, defensible line by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the proposal document 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professional artefact: the proposed architecture, the rationale, and the trade-offs — readable by a reviewer who wasn't in the room.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Diagrams, decision rationale, and the metrics behind each call — all three, not just the pictures.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Written for the decider, not the builder.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Proposal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" y="1828800"/>
          <a:ext cx="1088136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Section</a:t>
                      </a:r>
                    </a:p>
                  </a:txBody>
                  <a:tcPr marL="76200" marR="76200">
                    <a:solidFill>
                      <a:srgbClr val="27B5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What it contains</a:t>
                      </a:r>
                    </a:p>
                  </a:txBody>
                  <a:tcPr marL="76200" marR="76200">
                    <a:solidFill>
                      <a:srgbClr val="27B5C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Baseline &amp; gaps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The current architecture and the improvement needs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Proposed architecture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The improved design and its diagram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Decision rationale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Each change: the requirement met, the option chosen, why over alternatives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Cost-benefit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The trade-offs — including what was rejected and why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Sign-off record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The approval to proceed to deployment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1">
                <a:solidFill>
                  <a:srgbClr val="484848"/>
                </a:solidFill>
                <a:latin typeface="Roboto Light"/>
              </a:rPr>
              <a:t>The cost-benefit is a section here, not a separate business case.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Document and justify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Bring the analysis, the designs and the drawing into one document where the diagrams, tables and prose agree.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Each proposed change traces to a named requirement or gap; each rejection carries its argument.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Internal consistency is a marked quality — contradictions between diagram and prose are what reviewers catch.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Document the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 15.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Document and justify the proposed architecture for the practice engagement, to the proposal 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The document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Architecture, rationale, metrics — readable cold.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Every change traces; every rejection argues.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Present it, and get the sign-off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walk the decisions, record the approval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Prepare the presentation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Plan the order you take the reviewer through the proposal, and for each part the one point they must take away.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Anticipate the questions: the choices someone could challenge are the ones to prepare — your justifications already hold the answers.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Time it to the slot; running out of time is the most common way this goes wrong.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Present for review, then ask for the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Walk the decisions that matter, not every line; defend or adjust under questioning, with reasons.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Then ask for the sign-off to proceed to deployment, and record it — who approved, what, when.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This is the cluster's first approval: it authorises the build. The second, at the end of the build, accepts the result. Different moment, different question.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Present and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tasks 16, 17 and 18.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Prepare the walkthrough, present the proposal to a mock review panel, respond to the feedback, then ask for sign-off and record the decision.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~40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Section 3 · The close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One point per part; prepare the questions your choices invite.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Defend with reasons; record the decision.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First approval authorises the build; the final one accepts the result.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04488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The written questions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your design, your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questions ask about your own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Two questions remain: the standards and standard products your design relies on, and what cloud adoption changed — with the migration principles that manage the change.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Every answer cites your own analysis and design — the review you ran, the options you weighed, the path you chose.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textbook definition with none of your design in it answers nothing.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Answer the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 assessment's questions Q1 and Q3, rehearsed from your practice design.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Answer from your own work: the standards and products your build relies on, and what cloud adoption changed for this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004488"/>
                </a:solidFill>
                <a:latin typeface="Roboto"/>
              </a:rPr>
              <a:t>Topic 4 ·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Drawn, documented, presented, approved — one proposal, internally consistent.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rejection argued is the strongest section.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Approval recorded; the build is authorised.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Written answers cite your own design.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Next: Topic 5 — leading the build team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AT1 is closed: designed, justified, presented, signed off to proceed.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Next you switch from designing to leading — the team that builds the approved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