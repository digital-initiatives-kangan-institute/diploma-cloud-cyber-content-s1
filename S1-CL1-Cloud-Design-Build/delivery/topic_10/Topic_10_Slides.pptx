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tests T1–T4. T4 is the one that catches people: the balancer listens</a:t>
            </a:r>
          </a:p>
          <a:p>
            <a:r>
              <a:t>on plain HTTP, and a browser left to itself will try the secure port and fail. A 503 usually means</a:t>
            </a:r>
          </a:p>
          <a:p>
            <a:r>
              <a:t>no healthy target yet rather than a fault — have them check the target group and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test T5. Set expectations on timing — scale-in takes several minutes</a:t>
            </a:r>
          </a:p>
          <a:p>
            <a:r>
              <a:t>and students assume it has failed. Remind them to put the target value back where it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the assessment run sheet's Q1–Q6 and the handover task, rehearsed on the practice build.</a:t>
            </a:r>
          </a:p>
          <a:p>
            <a:r>
              <a:t>The failure mode is textbook definitions — circulate and ask "but in yours?" every time.</a:t>
            </a:r>
          </a:p>
          <a:p>
            <a:r>
              <a:t>Some questions have no matching teaching yet; see the gap review before delivering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10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Proving it works, and handing it over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Built is not finished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now prove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Everything on your run sheet is now built. None of it has been shown to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 you prove each path, prove the ones that should be blocked are blocked, and make it scale in front of you.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you answer for what you built, and file it where it belongs.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After this topic you are ready to attempt the assessment.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Proving the paths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test, read, fix, retest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testing is for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 error is not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Building something is not the same as confirming it does what was asked.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Nothing erroring during the build proves only that it deployed.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Test → observe → compare against what the run sheet asked for → fix → test again.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test you fixed something to pass is better evidence than one that passed first go — say what you changed.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Reaching a server with nothing exposed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access without exposure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servers sit in a private subnet with no public address and no inbound path. You still need to get onto 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session service connects through the platform rather than over the network, so it needs no key pair and no open port.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That is exactly why the tier can stay closed: administrative access does not require a way 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four paths worth proving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four paths, four different causes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Onto a server — confirm you are where you think you are.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Out to the internet — the outbound path through the NAT gateway works.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Across to the database — the application tier can reach the data tier privately, on its port.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 from a browser — a user reaches the application through the load balancer's address.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one exercises a different piece of what you built. A failure tells you which piece.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Proving what should not work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failure can be 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Connectivity is half of it. The other half is showing the database is unreachable from anywhere it should not be reached from.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test that is supposed to fail is evidence when it fails. Capture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"It works" and "only the right things can reach it" are two separate claims, and both are assessed.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 failure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refused ≠ timed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refused connection and a timeout mean different things. Refused means something answered and said no; a timeout means nothing answered at 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Most of what goes wrong here is a rule pointing at the wrong source, or a subnet with no route — not something broken.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error before you change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connectivity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tests T1 to T4.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through each path in order, capture what actually happened, and where one fails, fix it, run it again, and record what you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Proving the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Building is not confirming; deploying without error proves very little.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Prove the paths that should work and the ones that should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error before changing anything, then retest and record the fix.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Proving it scales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make it happen on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Watching a scaling policy work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out is fast, in is slow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policy that has never been triggered is a claim, not a capability.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make it act by moving the target so the current reading is on the wrong side of it, then putting the target back.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Scale out is quick. Scale in is deliberately much slower, so the platform does not thrash.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Capture both directions — the group adding and the group removing.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Drive a scale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test T5.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Read the current metric, move the policy target to force the group to add a server, watch it, then reverse it and watch the group come back 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untriggered policy is a claim.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Move the target to force the event, then restore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Evidence both directions.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Answering for what you built, and filing 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in context, then on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Knowledge questions are about your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name your own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of what you know cannot be shown by a screenshot — why a managed service, what the storage types are for, where the security boundary falls, what happens when a name is resolved.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questions ask about your environment. Name your own resources, your own rules, your own decisions.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textbook definition shows recall. Explaining your own build shows understanding, and that is what is being assessed.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full answer looks like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specific, sourced, complete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Answer the question that was asked, in the terms it was asked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a question asks for a risk or a consequence, ground it in what the system actually holds and who it belongs to — not in "it would be less secure".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it asks you to compare, name both options.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the intranet carries the source, use it. An answer in the client's own terms beats a generic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Filing the completed document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record outlives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engagement is not finished when the build works. It is finished when the record of it is somewhere the client can find after you have gone.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that is, is set by the organisation's records policy — not by preference.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location, and name the policy that requires it. "I would file it appropriately" evidences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questions and file the run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Answer each knowledge question about your own build, then record where the completed run sheet is filed and which policy required that location.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Practice note: your practice run sheet carries no questions — use the assessment's, against the system you have just built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10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Prove every path, including the ones that must fail.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Trigger the scaling policy rather than asserting it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Answer knowledge questions from your own build, not from definitions.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File the record where policy requires, and name the policy.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AT2 from here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stand up a working, private, monitored, scaling cloud workload to a run sheet and prove it.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assessment is the same shape of work on a different system.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After that: making it survive losing a whole availability 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