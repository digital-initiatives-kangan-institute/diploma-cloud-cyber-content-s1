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Evidencing &amp; documenting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Turn everything you've built into the Deployment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becomes the deliverable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 new building — write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Topics 6–9 built, monitored, validated and justified the workload — capturing evidence the whole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Topic 10 assembles that into the Deployment Report — the single AT2 deliverable.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Four moves: organise the evidence, write the report, evidence your knowledge in context, and reflect.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No new resources — everything you need was captured as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it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evidence count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traceable, or it proves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Good evidence is named, dated, and shows the Region and identity it was taken under.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It's organised and referenceable — so a reader can find the exact item the narrative cites.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screenshot nobody can place, or an export with no label, proves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Appendices A / B / 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where the evidence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Appendix A — build evidence: the named screenshots taken as you built each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Appendix B — configuration exports: the settings of what you built (e.g. security-group rules, RDS config).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Appendix C — test and validation evidence: connectivity, scaling and recovery-objective results.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Label and number every item so §4–§6 can cross-reference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Organise what you captured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since Topic 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Gather every screenshot, export and test result you captured across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Sort them into A / B / C; give each a clear label and number.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Note any gaps — and recapture while the lab is still standing.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your appendices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Appendices A, B and C from the evidence you captured since Topic 6: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sort into screenshots / config exports / test evidence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label and number each item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Flag any gaps and recapture them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must be traceable — named, dated, Region/identity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Appendix A = screenshots, B = config exports, C = test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Label and number every item so the narrative can cite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as you build; organise here; recapture any gaps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Writing the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§1–§7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Technical documentation — who reads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write for the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Deployment Report is written for the people who will run and audit the system — YAT ICT and auditors.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Clear, factual, traceable — every claim backed by an appendix 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It's a record of what was built and why — not a diary of your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§1 Executive Summary · §2 Engagement Context · §3 Scope of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§4 Build / Change Narrative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§7 Operational Handover.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Appendices A (screenshots) · B (config exports) · C (test evidence) — referenced throughout.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/ Change Narrative (§4)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you built, tier by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Walk the build in order: foundation → network → compute → elasticity → database → storage →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each, state what you built and what changed from the baseline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Cross-reference the Appendix A screenshots and Appendix B exports that prove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Factual and specific — not “I set up the server”, but what, where, and with which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§5 Configuration Decisions &amp; §6 Testing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9 work lands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§5 Configuration Decisions = your Topic 9 C1–C8 justifications — drop in the rationales you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§6 Testing/Validation = your Topic 9 validation results, each referencing Appendix 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where the marked judgement (justify) and the evidence of a working build come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§1–§3 and §7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frame it and hand it 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§2 Context + §3 Scope — what the engagement was, why, and what's in / out of this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§7 Operational Handover — what YAT ICT now owns and how to run it (alarms, backups, access).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§1 Executive Summary — write it last; a short, plain summary for a busy reader.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narrative cross-referencing your appendices; §5 from your justifications; §6 from your validation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§2/§3 context + scope; §7 handover; §1 summary last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for the people who run and audit the system; factual and traceable.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§1–§7 + Appendices A/B/C.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justifications; §6 your validation; §4 cross-references the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— in context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Some knowledge isn't shown just by building — shared responsibility, managed vs self-hosted, storage/scaling/database options, cost models.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Answer the knowledge questions grounded in your build: cite your actual design and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“Why a managed database here?” → because of the Ledgerline workload and these trade-offs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Answer the AT2 knowledge questions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own build, decisions and the Ledgerline workload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shared responsibility · managed vs self-hosted · storage/scaling/db options · cost models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Reflection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close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Reflect, and respond to feedback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honest review, then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reflection is an honest review — what worked, what you'd do differently, what you learned —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Then seek feedback on your report from the required personnel, and respond 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Acting on feedback is part of the job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Reflect &amp; seek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Close out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a short, honest reflection on the build and the process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report, and note what you changed in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is traceable and lives in Appendices A / B / 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to the template, cross-referencing the evidence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C1–C8 justifications; §6 your validation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build; reflect and respond to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the AT2 deliverable — this is where it all comes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AT2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cloud workload to a supplied design, evidence it, justify it, and document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AT2 assessment build — then AT3, where the baseline becomes highly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