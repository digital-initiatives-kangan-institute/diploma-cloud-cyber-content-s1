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Frame this as the map for the whole Topic — the pivot from building to writing up. No new</a:t>
            </a:r>
          </a:p>
          <a:p>
            <a:r>
              <a:t>building today.</a:t>
            </a:r>
          </a:p>
          <a:p>
            <a:r>
              <a:t>• Goal: read it out — by the end they can turn the Topics 6–9 build into the Deployment Report.</a:t>
            </a:r>
          </a:p>
          <a:p>
            <a:r>
              <a:t>That report IS the AT2 deliverable; everything today assembles it.</a:t>
            </a:r>
          </a:p>
          <a:p>
            <a:r>
              <a:t>• Where this fits: last AT2 content Topic. They're MTS consultants; the report is what YAT's ICT</a:t>
            </a:r>
          </a:p>
          <a:p>
            <a:r>
              <a:t>team and auditors actually receive — the running system alone isn't the handover.</a:t>
            </a:r>
          </a:p>
          <a:p>
            <a:r>
              <a:t>• The four moves: organise the evidence, write the report, evidence the knowledge in context,</a:t>
            </a:r>
          </a:p>
          <a:p>
            <a:r>
              <a:t>reflect. Each maps to a section today.</a:t>
            </a:r>
          </a:p>
          <a:p>
            <a:r>
              <a:t>• Stress it: no new resources — everything they need was captured as they built.</a:t>
            </a:r>
          </a:p>
          <a:p>
            <a:r>
              <a:t>Misconception to pre-empt: "documentation is an afterthought / a diary of what I did." No — it IS</a:t>
            </a:r>
          </a:p>
          <a:p>
            <a:r>
              <a:t>the deliverable; the build is worthless to the client without the document that explains it.</a:t>
            </a:r>
          </a:p>
          <a:p>
            <a:r>
              <a:t>Question to pose: "If you left YAT tomorrow, what would their ICT team have — the running system,</a:t>
            </a:r>
          </a:p>
          <a:p>
            <a:r>
              <a:t>or the running system PLUS a document that lets them run and audit it?"</a:t>
            </a:r>
          </a:p>
          <a:p>
            <a:r>
              <a:t>UoC/AT2 tie: this Topic develops ICTCLD401 element 4; the Deployment Report (§1–§7 + Appendices</a:t>
            </a:r>
          </a:p>
          <a:p>
            <a:r>
              <a:t>A/B/C) is the single AT2 deliverable everything is marked 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primer on traceable evidence — teach this before they touch the filing. Sets the bar for C1.</a:t>
            </a:r>
          </a:p>
          <a:p>
            <a:r>
              <a:t>• Walk it: good evidence is named, dated, and shows the Region and identity it was taken under.</a:t>
            </a:r>
          </a:p>
          <a:p>
            <a:r>
              <a:t>• The load-bearing line: it's organised and referenceable — a reader can find the exact item the</a:t>
            </a:r>
          </a:p>
          <a:p>
            <a:r>
              <a:t>narrative cites.</a:t>
            </a:r>
          </a:p>
          <a:p>
            <a:r>
              <a:t>• Give the counter-example: an unplaceable screenshot, or an export with no label, proves nothing.</a:t>
            </a:r>
          </a:p>
          <a:p>
            <a:r>
              <a:t>Misconception to pre-empt: "a screenshot is evidence." Only if it's placeable — an image with no</a:t>
            </a:r>
          </a:p>
          <a:p>
            <a:r>
              <a:t>label, date or context is not evidence an auditor can use.</a:t>
            </a:r>
          </a:p>
          <a:p>
            <a:r>
              <a:t>Question to pose: "If I hand you a folder of 40 unnamed screenshots, can you prove the database is</a:t>
            </a:r>
          </a:p>
          <a:p>
            <a:r>
              <a:t>encrypted? What would each one need on it to count?"</a:t>
            </a:r>
          </a:p>
          <a:p>
            <a:r>
              <a:t>UoC/AT2 tie: ICTCLD401 PC 4.3 (save/store documentation per organisational policy); this is the</a:t>
            </a:r>
          </a:p>
          <a:p>
            <a:r>
              <a:t>standard C1 organises evidence to meet.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filing system — the three homes for evidence. Keep it crisp; the point is knowing what goes</a:t>
            </a:r>
          </a:p>
          <a:p>
            <a:r>
              <a:t>where.</a:t>
            </a:r>
          </a:p>
          <a:p>
            <a:r>
              <a:t>• A = build screenshots (the named captures taken as they built each tier). B = configuration</a:t>
            </a:r>
          </a:p>
          <a:p>
            <a:r>
              <a:t>exports (the settings — security-group rules, RDS config). C = test &amp; validation evidence</a:t>
            </a:r>
          </a:p>
          <a:p>
            <a:r>
              <a:t>(connectivity, scaling, recovery-objective results).</a:t>
            </a:r>
          </a:p>
          <a:p>
            <a:r>
              <a:t>• The load-bearing line: label and number EVERY item so §4–§6 can cross-reference it.</a:t>
            </a:r>
          </a:p>
          <a:p>
            <a:r>
              <a:t>Misconception to pre-empt: students dump everything into one pile / one appendix. The A/B/C split</a:t>
            </a:r>
          </a:p>
          <a:p>
            <a:r>
              <a:t>is what makes the report navigable — a reader jumps straight to the right kind of evidence.</a:t>
            </a:r>
          </a:p>
          <a:p>
            <a:r>
              <a:t>Question to pose (fire three quick): "A security-group rule export — which appendix? A screenshot</a:t>
            </a:r>
          </a:p>
          <a:p>
            <a:r>
              <a:t>of the instance running? A failover test result?" (B, A, C).</a:t>
            </a:r>
          </a:p>
          <a:p>
            <a:r>
              <a:t>UoC/AT2 tie: PE 1 · PE 2 — the built artefacts are the evidence, assembled here; Appendices A/B/C</a:t>
            </a:r>
          </a:p>
          <a:p>
            <a:r>
              <a:t>are the evidence home in the AT2 report.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how-to just before the activity — the concrete steps, and the one time-critical warning.</a:t>
            </a:r>
          </a:p>
          <a:p>
            <a:r>
              <a:t>• Gather every screenshot, export and test result captured across Topics 6–9.</a:t>
            </a:r>
          </a:p>
          <a:p>
            <a:r>
              <a:t>• Sort into A / B / C; give each item a clear label and number.</a:t>
            </a:r>
          </a:p>
          <a:p>
            <a:r>
              <a:t>• The accent line: note any gaps — and recapture WHILE THE LAB IS STILL STANDING.</a:t>
            </a:r>
          </a:p>
          <a:p>
            <a:r>
              <a:t>Misconception to pre-empt: "I'll recapture it later." The lab is ephemeral — once it's torn down</a:t>
            </a:r>
          </a:p>
          <a:p>
            <a:r>
              <a:t>the evidence is gone for good; recapture now, not next week.</a:t>
            </a:r>
          </a:p>
          <a:p>
            <a:r>
              <a:t>Question to pose: "What's the one thing you can do today that you can't do after the lab closes?"</a:t>
            </a:r>
          </a:p>
          <a:p>
            <a:r>
              <a:t>(recapture missing evidence).</a:t>
            </a:r>
          </a:p>
          <a:p>
            <a:r>
              <a:t>UoC/AT2 tie: PC 4.3; this frames the Build-your-appendices activity that follows.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Facilitation — a filing/organising task, not a lecture. They've been capturing since Topic 6; now</a:t>
            </a:r>
          </a:p>
          <a:p>
            <a:r>
              <a:t>they assemble it.</a:t>
            </a:r>
          </a:p>
          <a:p>
            <a:r>
              <a:t>Tell students: "You've been capturing evidence since Topic 6 — now assemble it. Sort everything</a:t>
            </a:r>
          </a:p>
          <a:p>
            <a:r>
              <a:t>into three appendices: screenshots, config exports, test evidence. Label and number every item so</a:t>
            </a:r>
          </a:p>
          <a:p>
            <a:r>
              <a:t>your report can cite it. Flag anything missing and recapture it now, while the lab is up."</a:t>
            </a:r>
          </a:p>
          <a:p>
            <a:r>
              <a:t>Steps (put on the board):</a:t>
            </a:r>
          </a:p>
          <a:p>
            <a:r>
              <a:t>1. Gather all screenshots, exports and test results from Topics 6–9.</a:t>
            </a:r>
          </a:p>
          <a:p>
            <a:r>
              <a:t>2. Sort into A (screenshots) / B (config exports) / C (test evidence).</a:t>
            </a:r>
          </a:p>
          <a:p>
            <a:r>
              <a:t>3. Label and number each item.</a:t>
            </a:r>
          </a:p>
          <a:p>
            <a:r>
              <a:t>4. List any gaps — and recapture them immediately.</a:t>
            </a:r>
          </a:p>
          <a:p>
            <a:r>
              <a:t>Must produce: three organised appendices, every item labelled and numbered, gaps recaptured.</a:t>
            </a:r>
          </a:p>
          <a:p>
            <a:r>
              <a:t>Timing: ~20 min. Where they get stuck: they discover they never captured something — that's the</a:t>
            </a:r>
          </a:p>
          <a:p>
            <a:r>
              <a:t>point, not a failure; have them recapture live from the standing lab, don't let them fabricate it.</a:t>
            </a:r>
          </a:p>
          <a:p>
            <a:r>
              <a:t>Share-back prompt: "What gap did you find — and could you still recapture it?"</a:t>
            </a:r>
          </a:p>
          <a:p>
            <a:r>
              <a:t>No-leakage note: this is the PRACTICE engagement (Ledgerline); AT2 assembles the same appendices</a:t>
            </a:r>
          </a:p>
          <a:p>
            <a:r>
              <a:t>for the assessed system (LMS) — comparable, not identical.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Opens C2 — the audience question before the structure. Who the report is for decides how it's</a:t>
            </a:r>
          </a:p>
          <a:p>
            <a:r>
              <a:t>written.</a:t>
            </a:r>
          </a:p>
          <a:p>
            <a:r>
              <a:t>• The report is for the people who will run and audit the system: YAT ICT and auditors.</a:t>
            </a:r>
          </a:p>
          <a:p>
            <a:r>
              <a:t>• The accent line: clear, factual, traceable — every claim backed by an appendix reference.</a:t>
            </a:r>
          </a:p>
          <a:p>
            <a:r>
              <a:t>• It's a record of what was built and why — not a diary of your day.</a:t>
            </a:r>
          </a:p>
          <a:p>
            <a:r>
              <a:t>Misconception to pre-empt: "write it for the marker" / "write down everything I did." No — write</a:t>
            </a:r>
          </a:p>
          <a:p>
            <a:r>
              <a:t>for the operator and auditor; relevance and traceability, not a blow-by-blow of your afternoon.</a:t>
            </a:r>
          </a:p>
          <a:p>
            <a:r>
              <a:t>Question to pose: "The person reading this has to run the system at 2am when an alarm fires — what</a:t>
            </a:r>
          </a:p>
          <a:p>
            <a:r>
              <a:t>do they need from your report, and what don't they care about?"</a:t>
            </a:r>
          </a:p>
          <a:p>
            <a:r>
              <a:t>UoC/AT2 tie: PC 4.1 (document and communicate work to required personnel) — the audience IS the</a:t>
            </a:r>
          </a:p>
          <a:p>
            <a:r>
              <a:t>"required personnel."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template — the map of the seven sections. They write TO this; they don't invent structure.</a:t>
            </a:r>
          </a:p>
          <a:p>
            <a:r>
              <a:t>• Read the sections: §1 Exec Summary · §2 Context · §3 Scope · §4 Build/Change Narrative ·</a:t>
            </a:r>
          </a:p>
          <a:p>
            <a:r>
              <a:t>§5 Configuration Decisions · §6 Testing/Validation · §7 Operational Handover.</a:t>
            </a:r>
          </a:p>
          <a:p>
            <a:r>
              <a:t>• Appendices A/B/C are referenced throughout — the structure and the evidence interlock.</a:t>
            </a:r>
          </a:p>
          <a:p>
            <a:r>
              <a:t>• The point: same professional-writing discipline as AT1's Business Case, new document — the</a:t>
            </a:r>
          </a:p>
          <a:p>
            <a:r>
              <a:t>assessor exemplar sets the standard.</a:t>
            </a:r>
          </a:p>
          <a:p>
            <a:r>
              <a:t>Misconception to pre-empt: "I'll organise it my own way." No — the template IS the standard; a</a:t>
            </a:r>
          </a:p>
          <a:p>
            <a:r>
              <a:t>report that doesn't follow it costs marks and confuses the reader.</a:t>
            </a:r>
          </a:p>
          <a:p>
            <a:r>
              <a:t>Question to pose: "Which of these sections are you writing fresh today, and which are you dropping</a:t>
            </a:r>
          </a:p>
          <a:p>
            <a:r>
              <a:t>in from work you already did?" (§5/§6 come from Topic 9 — leads to the next slides).</a:t>
            </a:r>
          </a:p>
          <a:p>
            <a:r>
              <a:t>UoC/AT2 tie: PC 4.1; §1–§7 + Appendices A/B/C is the AT2 marking home — every criterion lives in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biggest writing section — teach it as a factual, ordered record, not a story.</a:t>
            </a:r>
          </a:p>
          <a:p>
            <a:r>
              <a:t>• Walk the tier order: foundation → network → compute → elasticity → database → storage →</a:t>
            </a:r>
          </a:p>
          <a:p>
            <a:r>
              <a:t>monitoring. That order is the spine of §4.</a:t>
            </a:r>
          </a:p>
          <a:p>
            <a:r>
              <a:t>• For each tier: state what you built and what changed from the baseline design.</a:t>
            </a:r>
          </a:p>
          <a:p>
            <a:r>
              <a:t>• The accent line: cross-reference the Appendix A screenshots and Appendix B exports that prove it.</a:t>
            </a:r>
          </a:p>
          <a:p>
            <a:r>
              <a:t>• Factual and specific — not "I set up the server", but what, where, and with which settings.</a:t>
            </a:r>
          </a:p>
          <a:p>
            <a:r>
              <a:t>Misconception to pre-empt: "the narrative is the story of my day." No — it's a factual tier-by-tier</a:t>
            </a:r>
          </a:p>
          <a:p>
            <a:r>
              <a:t>record, and every claim is cross-referenced to evidence.</a:t>
            </a:r>
          </a:p>
          <a:p>
            <a:r>
              <a:t>Question to pose: "'I configured the database.' What three things does an auditor still not know</a:t>
            </a:r>
          </a:p>
          <a:p>
            <a:r>
              <a:t>from that sentence?" (which engine, what settings, where's the proof).</a:t>
            </a:r>
          </a:p>
          <a:p>
            <a:r>
              <a:t>UoC/AT2 tie: PC 4.1; §4 is the A-build criterion in AT2 — the written proof of what was built.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payoff of C2 — the least NEW writing, the most marks. Their Topic 9 work lands straight here.</a:t>
            </a:r>
          </a:p>
          <a:p>
            <a:r>
              <a:t>• §5 Configuration Decisions = the Topic 9 C1–C8 justifications — drop in the rationales already</a:t>
            </a:r>
          </a:p>
          <a:p>
            <a:r>
              <a:t>written.</a:t>
            </a:r>
          </a:p>
          <a:p>
            <a:r>
              <a:t>• The accent line: §6 Testing/Validation = the Topic 9 validation results, each referencing</a:t>
            </a:r>
          </a:p>
          <a:p>
            <a:r>
              <a:t>Appendix C.</a:t>
            </a:r>
          </a:p>
          <a:p>
            <a:r>
              <a:t>• The point: this is where the marked judgement (justify) and the evidence of a working build come</a:t>
            </a:r>
          </a:p>
          <a:p>
            <a:r>
              <a:t>together in one place.</a:t>
            </a:r>
          </a:p>
          <a:p>
            <a:r>
              <a:t>Misconception to pre-empt: "I have to write §5 and §6 from scratch." No — they wrote these in</a:t>
            </a:r>
          </a:p>
          <a:p>
            <a:r>
              <a:t>Topic 9; this is assembling and cross-referencing, not re-authoring.</a:t>
            </a:r>
          </a:p>
          <a:p>
            <a:r>
              <a:t>Question to pose: "Your Topic 9 justification for the managed database — which section does it go</a:t>
            </a:r>
          </a:p>
          <a:p>
            <a:r>
              <a:t>in, and what appendix backs the testing beside it?" (§5; and §6 references Appendix C).</a:t>
            </a:r>
          </a:p>
          <a:p>
            <a:r>
              <a:t>UoC/AT2 tie: PC 4.1; §5 = the A4 criterion, §6 = A-build in AT2.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frame-and-handover sections — short, but do them properly; §7 especially is real consulting.</a:t>
            </a:r>
          </a:p>
          <a:p>
            <a:r>
              <a:t>• §2 Context + §3 Scope — what the engagement was, why, and what's in / out of this build.</a:t>
            </a:r>
          </a:p>
          <a:p>
            <a:r>
              <a:t>• §7 Operational Handover — what YAT ICT now owns and how to run it: alarms, backups, access.</a:t>
            </a:r>
          </a:p>
          <a:p>
            <a:r>
              <a:t>• The accent line: §1 Executive Summary — write it LAST; a short, plain summary for a busy reader.</a:t>
            </a:r>
          </a:p>
          <a:p>
            <a:r>
              <a:t>Misconception to pre-empt: "the Exec Summary is first, so I write it first." Write it last — you</a:t>
            </a:r>
          </a:p>
          <a:p>
            <a:r>
              <a:t>can't summarise a report you haven't finished.</a:t>
            </a:r>
          </a:p>
          <a:p>
            <a:r>
              <a:t>Question to pose: "§7 handover — if you vanished tomorrow, what does YAT's ICT team need from you</a:t>
            </a:r>
          </a:p>
          <a:p>
            <a:r>
              <a:t>to keep this running?" (alarms, backups, access — the operational reality).</a:t>
            </a:r>
          </a:p>
          <a:p>
            <a:r>
              <a:t>UoC/AT2 tie: PC 4.1; scope and handover complete the AT2 report the reader actually operates from.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Facilitation — the major writing block of the Topic. Give it room; circulate constantly.</a:t>
            </a:r>
          </a:p>
          <a:p>
            <a:r>
              <a:t>Tell students: "Write the Deployment Report for the practice engagement, to the template. Drop</a:t>
            </a:r>
          </a:p>
          <a:p>
            <a:r>
              <a:t>your Topic 9 justifications into §5 and your validation into §6. Write the §4 narrative tier by</a:t>
            </a:r>
          </a:p>
          <a:p>
            <a:r>
              <a:t>tier, cross-referencing your appendices. Add §2/§3 context and scope, §7 handover — and write the</a:t>
            </a:r>
          </a:p>
          <a:p>
            <a:r>
              <a:t>Executive Summary last. Every claim ties back to a labelled appendix item."</a:t>
            </a:r>
          </a:p>
          <a:p>
            <a:r>
              <a:t>Steps:</a:t>
            </a:r>
          </a:p>
          <a:p>
            <a:r>
              <a:t>1. §4 narrative — tier by tier, cross-referencing Appendices A and B.</a:t>
            </a:r>
          </a:p>
          <a:p>
            <a:r>
              <a:t>2. §5 from your justifications; §6 from your validation (referencing Appendix C).</a:t>
            </a:r>
          </a:p>
          <a:p>
            <a:r>
              <a:t>3. §2/§3 context + scope; §7 operational handover.</a:t>
            </a:r>
          </a:p>
          <a:p>
            <a:r>
              <a:t>4. §1 Executive Summary — last.</a:t>
            </a:r>
          </a:p>
          <a:p>
            <a:r>
              <a:t>Must produce: a complete Deployment Report to the template, every claim cross-referenced to a</a:t>
            </a:r>
          </a:p>
          <a:p>
            <a:r>
              <a:t>labelled appendix item.</a:t>
            </a:r>
          </a:p>
          <a:p>
            <a:r>
              <a:t>Timing: ~40 min (the big one). Where they get stuck: they try to write §5/§6 fresh — redirect them</a:t>
            </a:r>
          </a:p>
          <a:p>
            <a:r>
              <a:t>to their Topic 9 work; or they write §4 as a diary — pull them back to factual and cross-referenced.</a:t>
            </a:r>
          </a:p>
          <a:p>
            <a:r>
              <a:t>Share-back prompt: swap reports and have a partner try to find one cited appendix item — if they</a:t>
            </a:r>
          </a:p>
          <a:p>
            <a:r>
              <a:t>can't, the cross-reference failed.</a:t>
            </a:r>
          </a:p>
          <a:p>
            <a:r>
              <a:t>No-leakage note: this is the practice report on Ledgerline; AT2 is the same report on the assessed</a:t>
            </a:r>
          </a:p>
          <a:p>
            <a:r>
              <a:t>system (LMS) — comparable, not identical.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Opens C3 — the knowledge that building alone doesn't demonstrate. The whole trick is "in context."</a:t>
            </a:r>
          </a:p>
          <a:p>
            <a:r>
              <a:t>• Some knowledge isn't shown by a screenshot: shared responsibility, managed vs self-hosted,</a:t>
            </a:r>
          </a:p>
          <a:p>
            <a:r>
              <a:t>storage/scaling/database options, cost models.</a:t>
            </a:r>
          </a:p>
          <a:p>
            <a:r>
              <a:t>• The accent line: answer the knowledge questions grounded in YOUR build — cite your actual design</a:t>
            </a:r>
          </a:p>
          <a:p>
            <a:r>
              <a:t>and decisions.</a:t>
            </a:r>
          </a:p>
          <a:p>
            <a:r>
              <a:t>• The example to land: "why a managed database here?" → because of the Ledgerline workload and</a:t>
            </a:r>
          </a:p>
          <a:p>
            <a:r>
              <a:t>these trade-offs, NOT a textbook definition.</a:t>
            </a:r>
          </a:p>
          <a:p>
            <a:r>
              <a:t>Misconception to pre-empt: "knowledge questions = recite the definition." No — evidence it in</a:t>
            </a:r>
          </a:p>
          <a:p>
            <a:r>
              <a:t>context; tie every answer to your own system and the choices you made.</a:t>
            </a:r>
          </a:p>
          <a:p>
            <a:r>
              <a:t>Question to pose: "'What is the shared responsibility model?' versus 'In YOUR build, what did AWS</a:t>
            </a:r>
          </a:p>
          <a:p>
            <a:r>
              <a:t>secure and what did you?' — which one proves you actually understand it?"</a:t>
            </a:r>
          </a:p>
          <a:p>
            <a:r>
              <a:t>UoC/AT2 tie: ICTCLD401 KE 4–7, evidenced contextually in the report (this is C3).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Facilitation — a short written KE task; the discipline is grounding, not defining.</a:t>
            </a:r>
          </a:p>
          <a:p>
            <a:r>
              <a:t>Tell students: "Answer the AT2 knowledge questions for the practice engagement — but ground every</a:t>
            </a:r>
          </a:p>
          <a:p>
            <a:r>
              <a:t>answer in YOUR build. Shared responsibility, managed vs self-hosted, storage and scaling options,</a:t>
            </a:r>
          </a:p>
          <a:p>
            <a:r>
              <a:t>cost models: for each, don't define it — show it in your own system and your own decisions."</a:t>
            </a:r>
          </a:p>
          <a:p>
            <a:r>
              <a:t>Steps:</a:t>
            </a:r>
          </a:p>
          <a:p>
            <a:r>
              <a:t>1. Take each knowledge question in turn.</a:t>
            </a:r>
          </a:p>
          <a:p>
            <a:r>
              <a:t>2. Answer it by citing your build, your decisions, and the Ledgerline workload.</a:t>
            </a:r>
          </a:p>
          <a:p>
            <a:r>
              <a:t>Must produce: contextual answers, each tied to their own system — not generic best practice.</a:t>
            </a:r>
          </a:p>
          <a:p>
            <a:r>
              <a:t>Timing: ~20 min then compare. Where they get stuck: they slip into textbook definitions — push</a:t>
            </a:r>
          </a:p>
          <a:p>
            <a:r>
              <a:t>back every time with "yes, but in YOUR build?"</a:t>
            </a:r>
          </a:p>
          <a:p>
            <a:r>
              <a:t>Share-back prompt: read one generic answer and one contextual answer, ask the room which one</a:t>
            </a:r>
          </a:p>
          <a:p>
            <a:r>
              <a:t>evidences understanding.</a:t>
            </a:r>
          </a:p>
          <a:p>
            <a:r>
              <a:t>No-leakage note: practice questions on Ledgerline; AT2 asks the same contextual KE on the assessed</a:t>
            </a:r>
          </a:p>
          <a:p>
            <a:r>
              <a:t>system (LMS) — comparable, not identical.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Opens C4 — the professional close-out. Two distinct things: an honest reflection, then acting on</a:t>
            </a:r>
          </a:p>
          <a:p>
            <a:r>
              <a:t>feedback.</a:t>
            </a:r>
          </a:p>
          <a:p>
            <a:r>
              <a:t>• A reflection is an honest review — what worked, what you'd do differently, what you learned —</a:t>
            </a:r>
          </a:p>
          <a:p>
            <a:r>
              <a:t>NOT a summary of what you did.</a:t>
            </a:r>
          </a:p>
          <a:p>
            <a:r>
              <a:t>• The accent line: then seek feedback on the report from the required personnel, and respond to it.</a:t>
            </a:r>
          </a:p>
          <a:p>
            <a:r>
              <a:t>• Acting on feedback is part of the job — and it's assessed.</a:t>
            </a:r>
          </a:p>
          <a:p>
            <a:r>
              <a:t>Misconception to pre-empt: "a reflection is a recap of what I did." No — it's honest self-review;</a:t>
            </a:r>
          </a:p>
          <a:p>
            <a:r>
              <a:t>the value is in what you'd change, not what went fine.</a:t>
            </a:r>
          </a:p>
          <a:p>
            <a:r>
              <a:t>Question to pose: "Name one thing you'd do differently if you rebuilt this — that one sentence is</a:t>
            </a:r>
          </a:p>
          <a:p>
            <a:r>
              <a:t>worth more than a paragraph of what went smoothly."</a:t>
            </a:r>
          </a:p>
          <a:p>
            <a:r>
              <a:t>UoC/AT2 tie: PC 4.2 (seek and respond to feedback as required) — this is C4.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Facilitation — the close-out task. Short, but the "respond" half is the assessed bit.</a:t>
            </a:r>
          </a:p>
          <a:p>
            <a:r>
              <a:t>Tell students: "Close out the engagement. Write a short, honest reflection on the build and the</a:t>
            </a:r>
          </a:p>
          <a:p>
            <a:r>
              <a:t>process — what worked, what you'd do differently. Then seek feedback on your report from the</a:t>
            </a:r>
          </a:p>
          <a:p>
            <a:r>
              <a:t>required personnel, and note what you actually changed in response."</a:t>
            </a:r>
          </a:p>
          <a:p>
            <a:r>
              <a:t>Steps:</a:t>
            </a:r>
          </a:p>
          <a:p>
            <a:r>
              <a:t>1. Write a short, honest reflection (not a summary).</a:t>
            </a:r>
          </a:p>
          <a:p>
            <a:r>
              <a:t>2. Seek feedback on the report from the required personnel.</a:t>
            </a:r>
          </a:p>
          <a:p>
            <a:r>
              <a:t>3. Note what you changed in response.</a:t>
            </a:r>
          </a:p>
          <a:p>
            <a:r>
              <a:t>Must produce: a reflection plus a record of feedback sought and the response/change made.</a:t>
            </a:r>
          </a:p>
          <a:p>
            <a:r>
              <a:t>Timing: ~15 min. Where they get stuck: reflections that are just summaries — prompt "what would</a:t>
            </a:r>
          </a:p>
          <a:p>
            <a:r>
              <a:t>you change?"; or "responding to feedback" with no actual change — the change IS the assessed part.</a:t>
            </a:r>
          </a:p>
          <a:p>
            <a:r>
              <a:t>Share-back prompt: one honest "what I'd do differently" from the room.</a:t>
            </a:r>
          </a:p>
          <a:p>
            <a:r>
              <a:t>No-leakage note: practice reflection on the Ledgerline engagement; AT2 assesses the same</a:t>
            </a:r>
          </a:p>
          <a:p>
            <a:r>
              <a:t>reflect-and-respond on the LMS work — comparable, not identical.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5156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000" b="1" i="0">
                <a:solidFill>
                  <a:srgbClr val="FBB900"/>
                </a:solidFill>
                <a:latin typeface="Roboto"/>
              </a:rPr>
              <a:t>TOPIC 10</a:t>
            </a:r>
          </a:p>
          <a:p>
            <a:pPr>
              <a:spcBef>
                <a:spcPts val="800"/>
              </a:spcBef>
            </a:pPr>
            <a:r>
              <a:rPr sz="4600" b="1" i="0">
                <a:solidFill>
                  <a:srgbClr val="FFFFFF"/>
                </a:solidFill>
                <a:latin typeface="Roboto"/>
              </a:rPr>
              <a:t>Evidencing &amp; documenting</a:t>
            </a:r>
          </a:p>
          <a:p>
            <a:pPr>
              <a:spcBef>
                <a:spcPts val="1200"/>
              </a:spcBef>
            </a:pPr>
            <a:r>
              <a:rPr sz="2200" b="0" i="1">
                <a:solidFill>
                  <a:srgbClr val="D1D1D1"/>
                </a:solidFill>
                <a:latin typeface="Roboto Light"/>
              </a:rPr>
              <a:t>Turn everything you've built into the Deployment Report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94360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FFFFFF"/>
                </a:solidFill>
                <a:latin typeface="Roboto"/>
              </a:rPr>
              <a:t>Kangan </a:t>
            </a:r>
            <a:r>
              <a:rPr sz="1600" b="1" i="0">
                <a:solidFill>
                  <a:srgbClr val="EDAB0C"/>
                </a:solidFill>
                <a:latin typeface="Roboto"/>
              </a:rPr>
              <a:t>Institute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The build becomes the deliverable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no new building — write it up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Topics 6–9 built, monitored, validated and justified the workload — capturing evidence the whole way.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Topic 10 assembles that into the Deployment Report — the single AT2 deliverable.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Four moves: organise the evidence, write the report, evidence your knowledge in context, and reflect.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No new resources — everything you need was captured as you built.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92268F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Evidence into the appendices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make it traceable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What makes evidence count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traceable, or it proves nothing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Good evidence is named, dated, and shows the Region and identity it was taken under.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It's organised and referenceable — so a reader can find the exact item the narrative cites.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 screenshot nobody can place, or an export with no label, proves nothing.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Appendices A / B / C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where the evidence lives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Appendix A — build evidence: the named screenshots taken as you built each tier.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Appendix B — configuration exports: the settings of what you built (e.g. security-group rules, RDS config).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Appendix C — test and validation evidence: connectivity, scaling and recovery-objective results.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Label and number every item so §4–§6 can cross-reference it.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Organise what you captured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since Topic 6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Gather every screenshot, export and test result you captured across the build.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Sort them into A / B / C; give each a clear label and number.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Note any gaps — and recapture while the lab is still standing.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Build your appendices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Assemble Appendices A, B and C from the evidence you captured since Topic 6: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sort into screenshots / config exports / test evidence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label and number each item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Flag any gaps and recapture them now.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~20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92268F"/>
                </a:solidFill>
                <a:latin typeface="Roboto"/>
              </a:rPr>
              <a:t>Section 1 · Evidence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Evidence must be traceable — named, dated, Region/identity visible.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Appendix A = screenshots, B = config exports, C = test evidence.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67912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867912"/>
            <a:ext cx="109728" cy="841248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867912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Label and number every item so the narrative can cite it.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818888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4818888"/>
            <a:ext cx="109728" cy="841248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818888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Capture as you build; organise here; recapture any gaps now.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27B5CE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Writing the Deployment Report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§1–§7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Technical documentation — who reads it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write for the reader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The Deployment Report is written for the people who will run and audit the system — YAT ICT and auditors.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Clear, factual, traceable — every claim backed by an appendix reference.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It's a record of what was built and why — not a diary of your day.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The report structure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the template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§1 Executive Summary · §2 Engagement Context · §3 Scope of Deployment.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§4 Build / Change Narrative · §5 Configuration Decisions · §6 Testing, Simulation &amp; Validation.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§7 Operational Handover.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Appendices A (screenshots) · B (config exports) · C (test evidence) — referenced throughout.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The Build / Change Narrative (§4)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what you built, tier by tier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Walk the build in order: foundation → network → compute → elasticity → database → storage → monitoring.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For each, state what you built and what changed from the baseline design.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Cross-reference the Appendix A screenshots and Appendix B exports that prove it.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Factual and specific — not “I set up the server”, but what, where, and with which settings.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§5 Configuration Decisions &amp; §6 Testing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your Topic 9 work lands here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§5 Configuration Decisions = your Topic 9 C1–C8 justifications — drop in the rationales you wrote.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§6 Testing/Validation = your Topic 9 validation results, each referencing Appendix C.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This is where the marked judgement (justify) and the evidence of a working build come together.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§1–§3 and §7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frame it and hand it over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§2 Context + §3 Scope — what the engagement was, why, and what's in / out of this build.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§7 Operational Handover — what YAT ICT now owns and how to run it (alarms, backups, access).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§1 Executive Summary — write it last; a short, plain summary for a busy reader.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Draft the Deployment Report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Write the report to the template for the practice engagement: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§4 narrative cross-referencing your appendices; §5 from your justifications; §6 from your validation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§2/§3 context + scope; §7 handover; §1 summary last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Every claim ties back to a labelled appendix item.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~40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27B5CE"/>
                </a:solidFill>
                <a:latin typeface="Roboto"/>
              </a:rPr>
              <a:t>Section 2 · The report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Write for the people who run and audit the system; factual and traceable.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Follow the template — §1–§7 + Appendices A/B/C.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67912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867912"/>
            <a:ext cx="109728" cy="841248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867912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§5 carries your justifications; §6 your validation; §4 cross-references the evidence.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818888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4818888"/>
            <a:ext cx="109728" cy="841248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818888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Write the Executive Summary last.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205F61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Knowledge in context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evidence what you know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Evidence what you know — in context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grounded, not abstract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Some knowledge isn't shown just by building — shared responsibility, managed vs self-hosted, storage/scaling/database options, cost models.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Answer the knowledge questions grounded in your build: cite your actual design and decisions.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“Why a managed database here?” → because of the Ledgerline workload and these trade-offs — not a textbook definition.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Answer the knowledge questions in context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Answer the AT2 knowledge questions for the practice engagement: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reference your own build, decisions and the Ledgerline workload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shared responsibility · managed vs self-hosted · storage/scaling/db options · cost models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Specific to your system — not generic best practice.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~20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004488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Reflection &amp; feedback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close the loop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Reflect, and respond to feedback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honest review, then improve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 reflection is an honest review — what worked, what you'd do differently, what you learned — not a summary of what you did.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Then seek feedback on your report from the required personnel, and respond to it.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Acting on feedback is part of the job — and it's assessed.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Reflect &amp; seek feedback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Close out the engagement: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write a short, honest reflection on the build and the process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seek feedback on your report, and note what you changed in response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~15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17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004488"/>
                </a:solidFill>
                <a:latin typeface="Roboto"/>
              </a:rPr>
              <a:t>Topic 10 · Key takeaways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Evidence is traceable and lives in Appendices A / B / C.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Write to the template, cross-referencing the evidence throughout.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67912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867912"/>
            <a:ext cx="109728" cy="841248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867912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§5 carries your C1–C8 justifications; §6 your validation results.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818888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4818888"/>
            <a:ext cx="109728" cy="841248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818888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Evidence your knowledge in the context of your build; reflect and respond to feedback.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5769864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5769864"/>
            <a:ext cx="109728" cy="841248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5769864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The Deployment Report is the AT2 deliverable — this is where it all comes together.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18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051560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Roboto"/>
              </a:rPr>
              <a:t>AT2 complete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You can now build a cloud workload to a supplied design, evidence it, justify it, and document it.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Next: the AT2 assessment build — then AT3, where the baseline becomes highly available.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