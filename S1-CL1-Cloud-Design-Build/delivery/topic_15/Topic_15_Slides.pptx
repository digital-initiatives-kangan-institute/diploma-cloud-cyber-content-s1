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test T1. The isolation test runs from their own machine, not from the</a:t>
            </a:r>
          </a:p>
          <a:p>
            <a:r>
              <a:t>server — an easy thing to get backwards. Its expected result is a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tests T2–T3. Insist the browser is open and refreshing before they</a:t>
            </a:r>
          </a:p>
          <a:p>
            <a:r>
              <a:t>act; without it there is no measurement.</a:t>
            </a:r>
          </a:p>
          <a:p>
            <a:r>
              <a:t>Both simulations take real time — a replacement rollout is slow. Budget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test T4. Two things to press: reading a single-location dip as success</a:t>
            </a:r>
          </a:p>
          <a:p>
            <a:r>
              <a:t>rather than failure, and doing the arithmetic from their own recorded timings rather than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closeout tasks 25–26 plus the assessment's handover and filing tasks;</a:t>
            </a:r>
          </a:p>
          <a:p>
            <a:r>
              <a:t>then the cleanup walk. The practice workbook's cleanup section is the reverse walk — use it.</a:t>
            </a:r>
          </a:p>
          <a:p>
            <a:r>
              <a:t>Do not let anyone leave without checking for an unattached reserved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the assessment workbook's Q1–Q6 and reflections R1–R3, rehearsed on the practice build.</a:t>
            </a:r>
          </a:p>
          <a:p>
            <a:r>
              <a:t>The failure mode is definitions — push every answer back to their own timings and their own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15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Proving it, and closing the engagement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Break it on purpose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claim becomes a 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built the design. It has not survived anything yet, so it is still a claim.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 you confirm it is healthy, break it deliberately, measure what that cost, and then say honestly how it compared to what you predicted.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you close the engagement properly — and take it all down, which costs money if you get it wrong.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Confirm before you break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 baseline to compare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simulation against a broken environment tells you nothing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know it is healthy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you deliberately break anything, confirm what you just built is actually working.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Otherwise you cannot tell the difference between the failure you caused and one that was already there — and the whole exercise is worthless.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Prove connectivity, and prove isolation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both halves are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the service is reachable and that capacity is healthy in both locations.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confirm the data tier is reachable from the application tier — and not from anywhere else.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That second test is meant to fail. Its failure is the evidence, and it should be captured alongside the setting that causes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Confirm every tier, in both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test T1.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service loads, capacity is healthy in two locations, the application tier reaches the data tier, and nothing outside 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Confirm healthy before you break anything.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Prove what should work and what should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Simulating failure and resize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watch the service, not the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Why anyone deliberately breaks a working system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first test should not be the real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untested recovery plan is not a plan. It is an assumption with a document attached.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Organisations have discovered this expensively: a failover nobody had ever exercised, exercised for the first time during a real outage.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simulate so that the first test is not the real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Watch the service while it happens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browser is the instrument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evidence is not the console afterwards. It is what the service did while the failure was happening.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the service in front of you, reloading, throughout. Note the time you acted, what the service did, and how long until it was normal again.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Run one thing at a time. Two simultaneous failures tell you nothing about which caused what.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Resizing is a different question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add alongside, or replace in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failure simulation asks whether you survive losing something. A resize asks what it costs to grow.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Adding capacity alongside what is already serving should cost nothing. Replacing something in place usually costs something.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you can choose, bringing the replacement up before removing the old one is the behaviour worth demonstrating — and it needs headroom above your current capacity to do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Record what actually happened, including a failure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an outage recorded is still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the service did go down, capture that. A recorded outage is evidence, and it is the input to a real comparison against what you predicted.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Hiding it costs you twice: the finding, and the credibility of everything you did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your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tests T2 and T3.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the failure simulation and the resize simulation you planned, watching the service throughout, and record the times and what happened.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Simulating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untested plan is an assumption.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Watch the service, one failure at a time, and record times.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Adding capacity should cost nothing; replacing in place usually costs something.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Record an outage honestly if you cause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Measuring what it cost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the graph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an availability metric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location dipping is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dip in one location is not downtime. It is the design working — the other location kept serving.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Downtime is when everything is at zero at the same moment. Measure those periods, not every dip you can see.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resize done well may show a rise rather than a dip. No dip at all is a result worth recording.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graph can and cannot tell you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numbers come from your stopwatch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metric graph shows the shape: what was serving, when, and whether anything went fully dark.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cannot give you an availability percentage honestly — its resolution is far coarser than the outages you are measuring, so a short one simply does not appear.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arithmetic comes from your own timings during the simulations: the seconds you measured, over the length of the window. Keep those timings; they are the calculation.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Measure availability across the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test T4.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Graph the healthy capacity across your session, identify any real downtime, and state what it shows and how you measured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Measuring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dip in one location is the design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graph shows shape, not percentages.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Your own timings are where the number comes from.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Closing the engagement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predicted, actual,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you predicted, against what happened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difference is the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Put your prediction and the measured result side by side, and explain any difference.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match is a finding: say what it confirms, not just that it matched.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difference is a better finding. "Brief" meant something before you measured it and something more precise afterwards — say what.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Surprises are the most useful rows in the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"Nothing broke" and "I have evidence it works" are different claims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which claim can you actually make?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Only one of those is supportable, and it depends on what you actually measured.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a recovery took longer than the target you recorded at the start, that is a gap, and it needs an answer rather than a silence.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alarm that never fired during any of this is worth a question: was there nothing to catch, or is the threshold wrong?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Handing over and filing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they run it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Hand over what the receiving team now runs that they did not before — the new behaviour, the new alarms, what to watch.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file the completed record where the organisation's policy requires, and name the policy.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engagement ends when the client can operate and audit the system without you, not when the build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Taking it down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reverse the order you built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Everything you built keeps costing whether anyone is using it or not.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Work backwards: the last thing you made is the first thing removed. That is not just tidiness — each thing depends on something built before it, and the wrong order simply fails.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Anything created by hand comes out before the environment that was deployed for you, because the deployment cannot remove things it did not create.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Two things reliably outlive everything else: a reserved address that is no longer attached to anything, and an orphaned alarm. The address is the one that keeps billing. Check for both.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Compare, respond, hand over and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25 and 26, then the handover and filing tasks.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Set your predictions against what happened and explain the differences; say what you changed as a result, or what evidence makes you confident nothing needed changing; then hand over and file.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Finally, take the environment down, working backwards.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Predicted against actual, with the difference explained.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"Nothing broke" is a weaker claim than "I measured it".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Hand over the new behaviour, and file to policy.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Decommission backwards, and check what outlives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Answering for 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design, your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Knowledge questions about your own work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you measured it — cite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questions ask about availability, fault tolerance, recovery and the trade-offs you made — in your design, with your measurements.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"Why this change to the data tier?" is answered by what your failure simulation actually showed, not by a definition.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now have something almost nobody has when answering these: measured numbers from your own environment. Use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Reflecting honestly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what would you change?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reflection is a review, not a summary. "I converted the data tier" is a summary; "converting it first would have saved twenty minutes, and here is how I know" is a reflection.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useful material is what you would do differently, what the time pressure changed, and what you would carry into the next engagement.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questions and write your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Answer each knowledge question from your own design and your own simulation results, then write your reflection.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Practice note: your practice workbook carries no questions or reflections — use the assessment's, against the environment you just built and measured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Topic 15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Confirm healthy, then break it deliberately and watch the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location dipping is the design working; downtime is everything at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Compare what happened to what you predicted and explain the difference.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Hand over, file, and decommission backwards.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The cluster is done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advised a client, built what was designed, and then made it survive losing a whole location — designed it, built it, broke it, measured it, and closed it out.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assessment is the same work on a different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