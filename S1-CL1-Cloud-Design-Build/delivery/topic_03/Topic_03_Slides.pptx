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the evidence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Options, cost and risk — the case a board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diagnosis to evidence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you've proved the problem — now build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board doesn't fund a problem — it funds a well-evidenced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Three moves: lay out the options → cost them over time → weigh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become the next sections of the same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still don't recommend yet — you assemble the evidence a recommendation rests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evaluation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compare before you choose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don't recommend until you've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single proposal isn't a case — it's an assertion.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Credible advice compares realistic options on a level field.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Your job here: lay the options out and evaluate them — not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Define the workload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options are judged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Before comparing options, state what any option must satisfy — from your gap analysis + the migration requirements: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capacity &amp; peaks · availability target · recovery (RPO/RTO)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data residency &amp; retention · integrations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Write it down first — it's the yardstick every option is measured against.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realistic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the option set honest and small: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A — renew / stay on-prem (the status-quo baseline)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Option B — migrate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a third only if it's genuinely real.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Every comparison needs the status-quo option — or “moving” has nothing to beat.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Choosing an evaluation method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criteria, not gut feel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each option on two stated lenses: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Impact against the strategic objectives — does it move the org toward its goals?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Difficulty of implementing — effort, disruption, skills, dependencies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Score each option on each lens and show your reasoning. (Cost comes next.)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Impact &amp; difficulty — a first 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simple matrix communicates it: each option × {impact, difficulty}.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low difficulty = strong candidate.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High impact + high difficulty = real, but plan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This is the qualitative shortlist — the CBA and risk sections test it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Define the options &amp;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Options Considered and Evaluation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the workload/requirements an option must satisfy (from your gap table + migration reqs).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Lay out Option A (renew on-prem) and Option B (migrate to cloud).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Pick an evaluation method; assess each option's impact (vs objectives) and difficulty.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Evaluate, don't decide — the recommendation comes later.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Options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realistic options on a level field — always include the status-quo.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Define the workload/requirements first; options are judged against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Evaluate on stated criteria: impact vs objectives + implementation difficulty.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This is evaluation, not the decision.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Cost-Benefit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put a number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Put a number on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CBA compares the options in money, over time — here, 5 years.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turns “cloud feels cheaper” into evidence — or disproves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The board decides on total cost + benefit, not a monthly price.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good CBA contains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becomes §7 + Appendix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Assumptions → per-option 5-year costs → benefits (incl. avoided downtime) → comparison → sensitivity.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Compare like-for-like over the same horizon.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State every assumption — an unstated assumption is a hole in the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Detailed line items go in Appendix 1; the section shows the summary.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Costing the on-prem option (Option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Option A = renew / keep on-prem. Cost it from the operational-costing facts: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capex (server refresh) + opex (power, maintenance, licences, admin time), over 5 years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Watch software licensing (Windows / SQL Server) — it rides on BOTH options; don't drop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AWS Pricing Calculator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size the cloud option before you build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it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monthly costs and find ways to reduce them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model a solution before building it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find instance types &amp; contract terms; group services into an estimate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calculator.aws</a:t>
            </a:r>
          </a:p>
        </p:txBody>
      </p:sp>
      <p:pic>
        <p:nvPicPr>
          <p:cNvPr id="5" name="Picture 4" descr="03-pricing-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97709"/>
            <a:ext cx="5120640" cy="29941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a cost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groups, use the AWS Pricing Calculator + the supplied specifications to build a cost estimate for the cloud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the Accounting System's compute, storage, database and data transfer.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Name your estimate; group the services; capture the monthly + annual figures.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Be ready to report your findings back to the class.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This estimate feeds your CBA (Option 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484848"/>
                </a:solidFill>
                <a:latin typeface="Roboto"/>
              </a:rPr>
              <a:t>🔗  calculator.aws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report 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Assembling the CBA — compare &amp; test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part the calculator doesn't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5-year comparison summary: Option A vs Option B, like-for-like.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Avoided-downtime benefit — value the reliability gain, don't just assert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Sensitivity: which one or two assumptions would flip the answer?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A CBA with no sensitivity check reads as overconfident.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5-year CBA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Cost-Benefit Analysis (§7) + Appendix 1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Cost Option A (renew on-prem) from the operational-costing doc.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Option B using your Pricing Calculator estimate.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State assumptions; build the 5-year comparison; add avoided-downtime + a sensitivity note.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~1 page + Appendix 1 line items.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Like-for-like, same horizon; every figure traceable to an assumption or source.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Cost-Benefit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CBA compares options in money over a fixed horizon — total cost + benefit, not a monthly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State every assumption; detail goes in Appendix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Size the cloud option with the Pricing Calculator; assemble the comparison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include avoided-downtime benefit and a sensitivity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money doesn't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Money isn't the whole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Two options can cost the same and carry very different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Risk &amp; Impact is the qualitative complement to the CBA: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the intangibles, and the things that could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Intangibles comparison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a dollar figure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the qualitative factors, per option: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staff skills / learning curve · vendor lock-in · agility &amp; scalability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security posture · business continuity · disruption during change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 cheaper option may carry the bigger intangible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risk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the direction you're heading, list the real risks: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Risk → Likelihood → Impact → Mitigation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it specific to this migration: data-migration error, cutover downtime, cost overrun, skills gap.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A risk with no mitigation is just a worry; a mitigation makes it manageable.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Risk &amp; Impact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Risk and Impact Assessment (§8)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the intangibles of Option A vs Option B.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Build a risk register (risk → likelihood → impact → mitigation) for the cloud direction.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~½–1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Specific risks with real mitigations — not generic “things might go wrong”.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Risk &amp;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Cost isn't everything — compare the intangibles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risk register: risk → likelihood → impact → mitigation, specific to this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Together with the CBA, this is the full evidence base for a decision.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evidence to decision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evidence: options laid out, costed over 5 years, risks weighed.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analytical core of a business case — everything a board needs to choose.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still haven't recommended — that's the next move.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make the call, justify it, and turn it into an action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