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13–15. Watch for weaknesses that quietly vanish between the</a:t>
            </a:r>
          </a:p>
          <a:p>
            <a:r>
              <a:t>review and this table — that is the thing this task exists to catch.</a:t>
            </a:r>
          </a:p>
          <a:p>
            <a:r>
              <a:t>Finding a contradiction here is a good outcome; make sure they say so rather than hiding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16. The workbook's considerations name the specific</a:t>
            </a:r>
          </a:p>
          <a:p>
            <a:r>
              <a:t>cross-references worth checking — let them do that work.</a:t>
            </a:r>
          </a:p>
          <a:p>
            <a:r>
              <a:t>Pair students and have them try to build from each other's; the questions they have to ask are</a:t>
            </a:r>
          </a:p>
          <a:p>
            <a:r>
              <a:t>the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17. Point them at the organisation's change-management page —</a:t>
            </a:r>
          </a:p>
          <a:p>
            <a:r>
              <a:t>the rollback requirement comes from there, not from the task.</a:t>
            </a:r>
          </a:p>
          <a:p>
            <a:r>
              <a:t>The two things to press on: a rollback for every row, and actually adding the durations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18. These plans are executed in Topic 15 and compared against</a:t>
            </a:r>
          </a:p>
          <a:p>
            <a:r>
              <a:t>what actually happened, so vague predictions cost them later — say so now.</a:t>
            </a:r>
          </a:p>
          <a:p>
            <a:r>
              <a:t>Press "how will you know" hardest; that is where the measurement discipline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13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Checking the design, and planning the work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Does it actually do what you said?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check it before you build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have a design. Whether it closes the gap you measured is a separate question, and it is the one your client will ask.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Today: check the design against your own review, check it hangs together, then plan how you will apply it and how you will prove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Everything today is on paper. It is also what makes next topic survivable.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Checking the design against the review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every row accounted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Close the loop on every weakness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removed, or accepted — nothing unmentioned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Take the list of weaknesses you produced and account for every one of them — removed by something specific in your design, or knowingly accepted.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Copy the list across before you write anything in the other columns. It stops you quietly dropping the awkward ones.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your design removes something that was never on your list, the list was incomplete. Go back and fix it rather than leaving the two documents disagreeing.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Redo the numbers against the design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difference is the argument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estimated what the environment achieved. Now estimate what your design achieves, the same way, per component.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point is the difference between the two tables. If you cannot state it in a sentence, the design has not been shown to do anything.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Then answer the question that was actually asked: does the whole service now meet the targets? An honest gap beats a number you cannot defend.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is still constrained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same event, different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things your design will not have changed. A component that could only be replaced rather than added to probably still 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What may have changed is what it costs you — the same event, with something else still serving while it happens.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Say which, and say what the impact is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Check the design against your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13, 14 and 15.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Account for every weakness you listed, re-estimate the recovery numbers against your design, and record what still cannot simply be added 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weakness is removed or knowingly accepted — none unmentioned.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Re-estimate the numbers; the difference between the tables is the argument.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Say what is still constrained and what it costs now.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Does it hang together?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read it as one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Reading your own design cold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could someone else build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wrote the tiers one at a time. Nobody will read them that way.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whole thing back in one pass and ask: does every layer have an answer, do the answers agree with each other, and could someone build this without asking you what you meant?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Cross-tier contradictions are the common failure — something designed in one tier that another tier never provides for.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Finding one now is a good outcome. Finding it while the change window is running is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Check your design is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16.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Read tasks 7 to 15 back as one document, note anything that had to change on the read-through, and record what you 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Completeness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Read it as one document, not as the tiers you wrote.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Contradictions between tiers are the usual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Something you had to change on the read-through is worth recording.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Ordering a change to a live service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window is 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Three ways to put a change in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all at once · in stages ·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All at once — switch everything over in one go. Quickest, and when it goes wrong it goes wrong everywhere at the same 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A bit at a time — add and change in stages, checking after each one. Slower, but problems surface while they are still small and while you still have somewhere to go back to.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Side by side — stand the new one up next to the old one, run both, then switch. Safest fall-back there is, and you pay for two of everything while it lasts.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What you are about to plan is the second one. You are adding to a system that keeps serving the whole time, and never taking it down to do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change window is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agreed, and finite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do not get to take a live system down whenever you like. You get an agreed window, and it is shorter than you would like.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Organisations have rules for changing a running system — what has to be planned, what has to be approved, and what a rollback plan has to contain. Read them; they are not optional.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Ordering the work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additive first, disruptive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Sort your changes into two piles: the ones that add something new, and the ones that alter something already serving traffic.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Additive changes affect nobody, so they go first. Anything that interrupts a running service goes later, when everything it depends on is already in place.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Anything long-running that proceeds by itself once started should be kicked off early, so it runs while you do something else.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each row of a plan carries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time · impact · verification · rollback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change: how long you expect it to take, what a user sees while it happens, how you will confirm it worked, and what you will do if it does not.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"Keep going and hope" is not a rollback. If you cannot finish the sentence "if this fails I will ___", you do not have a plan for that row.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Add the durations up and compare them to the window. If the total is nearly the whole window you have no plan, you have a hope.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Plan the order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17.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Plan the order you will apply your changes in, with a duration, impact, verification and rollback for each, and state the total and the buffer left.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Read the organisation's rules for changing a running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Additive changes first; disruptive ones later; long-running ones early.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row carries a duration, an impact, a verification and a rollback.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Add it up and check the buffer.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Planning the proof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predict it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 design is a claim until something tests it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assertion, then fact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Redundancy on paper is an assertion. It becomes a fact when a failure happens and the service keeps serving.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plan at least one failure and one resize — one proves it survives losing something, the other proves growing it does not cost what it used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Write down what you expect, before you run it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predict, then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part everyone skips and it is the part that makes the exercise worth anything.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you have not written down what you expect, then whatever happens will look like what you expected, and you will have learned nothing.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simulation: what you will do, what you expect to happen, and how you will know whether it did. "It worked" is not evidence — name what you would capture, and when.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How you will know matters most. Watching the console is not the same as watching the service.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Plan how you will prove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18.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Plan your simulations — at least one failure and one resize — with what you will do, what you expect, and how you will know.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13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Account for every weakness; re-estimate and state the difference.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Read the design back as one document before anyone builds from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Order the work additive-first, with a rollback on every row and a real buffer.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Write down what you expect before you run anything.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 — building it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design is checked and the work is planned.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you deploy the environment and apply your own design to it, in your own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