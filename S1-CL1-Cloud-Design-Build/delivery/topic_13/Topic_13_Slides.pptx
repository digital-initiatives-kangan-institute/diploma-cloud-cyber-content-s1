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for the whole Topic — set the arc, don't teach content yet. This is AT3 Part B skills.</a:t>
            </a:r>
          </a:p>
          <a:p>
            <a:r>
              <a:t>• Frame the two moves: in Topic 12 they DESIGNED the HA upgrade; today they IMPLEMENT it on the</a:t>
            </a:r>
          </a:p>
          <a:p>
            <a:r>
              <a:t>  running baseline, then SIMULATE failures/resizes to PROVE it's fault tolerant.</a:t>
            </a:r>
          </a:p>
          <a:p>
            <a:r>
              <a:t>• Read the pipeline out: build → demonstrate connectivity → simulate → compare to design →</a:t>
            </a:r>
          </a:p>
          <a:p>
            <a:r>
              <a:t>  improve → document. Each phase maps to a section today (C1/C2/C3).</a:t>
            </a:r>
          </a:p>
          <a:p>
            <a:r>
              <a:t>• Stress the mode split (last bullet): for the BUILD they watch the recorded demo then do it;</a:t>
            </a:r>
          </a:p>
          <a:p>
            <a:r>
              <a:t>  the SIMULATIONS they drive themselves — no recorded "break it" demo exists.</a:t>
            </a:r>
          </a:p>
          <a:p>
            <a:r>
              <a:t>Misconception to pre-empt: "designing it is the hard part; building is just clicking." No — the</a:t>
            </a:r>
          </a:p>
          <a:p>
            <a:r>
              <a:t>proof is the point: an HA design isn't HA until a simulated failure shows it stays up.</a:t>
            </a:r>
          </a:p>
          <a:p>
            <a:r>
              <a:t>Question to pose: "You designed for two AZs — how would you actually PROVE one AZ can fail and</a:t>
            </a:r>
          </a:p>
          <a:p>
            <a:r>
              <a:t>Ledgerline keeps serving?" (surfaces the simulate-to-prove logic).</a:t>
            </a:r>
          </a:p>
          <a:p>
            <a:r>
              <a:t>UoC/AT3 tie: this Topic develops the skills assessed in AT3 Part B (the implementation window +</a:t>
            </a:r>
          </a:p>
          <a:p>
            <a:r>
              <a:t>the failure/resize simulations) — ICTCLD502 element 4 (+ 5.1).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C1 — the three ways to roll out a change, so they can place in-place HA hardening correctly.</a:t>
            </a:r>
          </a:p>
          <a:p>
            <a:r>
              <a:t>• Walk the three: big-bang/cutover (switch all at once — fastest, highest risk); incremental</a:t>
            </a:r>
          </a:p>
          <a:p>
            <a:r>
              <a:t>  (phase it in — easier to adapt/troubleshoot, slower); parallel (run old + new together — safest</a:t>
            </a:r>
          </a:p>
          <a:p>
            <a:r>
              <a:t>  fall-back, highest cost).</a:t>
            </a:r>
          </a:p>
          <a:p>
            <a:r>
              <a:t>• Land the accent-bold line: in-place HA hardening IS incremental — you add redundancy WITHOUT</a:t>
            </a:r>
          </a:p>
          <a:p>
            <a:r>
              <a:t>  taking the service down. That's why it fits a live accounting system.</a:t>
            </a:r>
          </a:p>
          <a:p>
            <a:r>
              <a:t>Misconception to pre-empt: "adding HA means a maintenance outage / rebuild from scratch." No — you</a:t>
            </a:r>
          </a:p>
          <a:p>
            <a:r>
              <a:t>harden in place, service stays up; that's the whole appeal of the incremental approach here.</a:t>
            </a:r>
          </a:p>
          <a:p>
            <a:r>
              <a:t>Question to pose: "Ledgerline is used every business day — which approach lets you add a second AZ</a:t>
            </a:r>
          </a:p>
          <a:p>
            <a:r>
              <a:t>without an outage, and why not big-bang?" (incremental; big-bang risks the live service).</a:t>
            </a:r>
          </a:p>
          <a:p>
            <a:r>
              <a:t>UoC/AT3 tie: ICTCLD502 PC 4.1 (implement the architecture design) — the how-you-roll-it-out choice</a:t>
            </a:r>
          </a:p>
          <a:p>
            <a:r>
              <a:t>that AT3 Part B's implementation window assumes.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but load-bearing — the quality bar for the implementation, not just "make it work."</a:t>
            </a:r>
          </a:p>
          <a:p>
            <a:r>
              <a:t>• Deploy with scripts (infrastructure as code) — repeatable, documented, fewer manual errors than</a:t>
            </a:r>
          </a:p>
          <a:p>
            <a:r>
              <a:t>  clicking. Callback to their AT2 build habits.</a:t>
            </a:r>
          </a:p>
          <a:p>
            <a:r>
              <a:t>• Right-size with the Auto Scaling group rather than guessing capacity — the ASG sets the size to</a:t>
            </a:r>
          </a:p>
          <a:p>
            <a:r>
              <a:t>  demand, so you don't over- or under-provision.</a:t>
            </a:r>
          </a:p>
          <a:p>
            <a:r>
              <a:t>• Automate security + monitoring (accent-bold): IAM, CloudWatch, alarms — bake it in as you build,</a:t>
            </a:r>
          </a:p>
          <a:p>
            <a:r>
              <a:t>  not bolted on after.</a:t>
            </a:r>
          </a:p>
          <a:p>
            <a:r>
              <a:t>Misconception to pre-empt: "a working build is a good build." A build can function yet be fragile,</a:t>
            </a:r>
          </a:p>
          <a:p>
            <a:r>
              <a:t>undocumented and un-monitored — you can't prove availability you never instrumented.</a:t>
            </a:r>
          </a:p>
          <a:p>
            <a:r>
              <a:t>Question to pose: "If you had to rebuild this HA layer next week, what makes IaC better than</a:t>
            </a:r>
          </a:p>
          <a:p>
            <a:r>
              <a:t>repeating the clicks?" (repeatable, documented, fewer errors).</a:t>
            </a:r>
          </a:p>
          <a:p>
            <a:r>
              <a:t>UoC/AT3 tie: ICTCLD502 PE 2 (deploy automated scaling) + PE 4 (use console/SDK/CLI) — the build</a:t>
            </a:r>
          </a:p>
          <a:p>
            <a:r>
              <a:t>quality AT3 Part B is evidenced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evidence step of C1 — teach that a build isn't done until you've PROVEN each tier talks to the</a:t>
            </a:r>
          </a:p>
          <a:p>
            <a:r>
              <a:t>right thing and only the right thing.</a:t>
            </a:r>
          </a:p>
          <a:p>
            <a:r>
              <a:t>• Walk the sub-bullet: client → application; application → database; and the database reachable ONLY</a:t>
            </a:r>
          </a:p>
          <a:p>
            <a:r>
              <a:t>  from the app tier — connectivity AND isolation, both matter.</a:t>
            </a:r>
          </a:p>
          <a:p>
            <a:r>
              <a:t>• Land the accent-bold line: confirm failover works AND that you can fail back to the primary — a</a:t>
            </a:r>
          </a:p>
          <a:p>
            <a:r>
              <a:t>  failover you can't reverse isn't finished.</a:t>
            </a:r>
          </a:p>
          <a:p>
            <a:r>
              <a:t>• Last bullet is the teaching point: this is the evidence the build is CORRECT, not merely present.</a:t>
            </a:r>
          </a:p>
          <a:p>
            <a:r>
              <a:t>Misconception to pre-empt: "if the app loads, connectivity is fine." No — you must show the DB is</a:t>
            </a:r>
          </a:p>
          <a:p>
            <a:r>
              <a:t>NOT reachable from the internet, and that failover/fail-back both work; "it loads" proves neither.</a:t>
            </a:r>
          </a:p>
          <a:p>
            <a:r>
              <a:t>Question to pose: "How would you show an assessor the database can't be reached except from the app</a:t>
            </a:r>
          </a:p>
          <a:p>
            <a:r>
              <a:t>tier?" (test from the app tier vs from outside; show the SG/route).</a:t>
            </a:r>
          </a:p>
          <a:p>
            <a:r>
              <a:t>UoC/AT3 tie: ICTCLD502 PC 4.2 (demonstrate connectivity between resources at all tiers) — captured</a:t>
            </a:r>
          </a:p>
          <a:p>
            <a:r>
              <a:t>as AT3 Part B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(C1). This is the "demonstrate" step of teach → demonstrate → practice for the</a:t>
            </a:r>
          </a:p>
          <a:p>
            <a:r>
              <a:t>HA build — screen the recorded demo, then relate every step to OUR Accounting baseline.</a:t>
            </a:r>
          </a:p>
          <a:p/>
          <a:p>
            <a:r>
              <a:t>WHERE TO FIND THE RECORDED DEMO: AWS Academy Cloud Architecting (ACA) → Module 10 → slide 44,</a:t>
            </a:r>
          </a:p>
          <a:p>
            <a:r>
              <a:t>"Demo: Creating a Highly Available Application", inside the ACA M10 instructor deck</a:t>
            </a:r>
          </a:p>
          <a:p>
            <a:r>
              <a:t>(original-materials/AWS-Instructor Presentations/…). Instructor-facing — screen it in class, do not</a:t>
            </a:r>
          </a:p>
          <a:p>
            <a:r>
              <a:t>distribute to students. Preview it before class and cue it to this slide.</a:t>
            </a:r>
          </a:p>
          <a:p/>
          <a:p>
            <a:r>
              <a:t>WHAT TO DEMONSTRATE (follow the recorded demo, then map to our build):</a:t>
            </a:r>
          </a:p>
          <a:p>
            <a:r>
              <a:t>1. Create an Auto Scaling group spread across TWO Availability Zones, behind a load balancer.</a:t>
            </a:r>
          </a:p>
          <a:p>
            <a:r>
              <a:t>2. Add a Multi-AZ database with an automatic-failover standby.</a:t>
            </a:r>
          </a:p>
          <a:p>
            <a:r>
              <a:t>3. Confirm the load balancer routes only to HEALTHY targets across both AZs.</a:t>
            </a:r>
          </a:p>
          <a:p/>
          <a:p>
            <a:r>
              <a:t>WHAT TO EMPHASISE:</a:t>
            </a:r>
          </a:p>
          <a:p>
            <a:r>
              <a:t>• The redundancy is across AZs — two AZs is what survives a data-centre failure (callback Topic 11).</a:t>
            </a:r>
          </a:p>
          <a:p>
            <a:r>
              <a:t>• Multi-AZ RDS = automatic failover to a standby; students confuse this with a read replica — it's HA.</a:t>
            </a:r>
          </a:p>
          <a:p>
            <a:r>
              <a:t>• Health checks: the ALB only sends traffic to healthy targets — that's what makes failover invisible.</a:t>
            </a:r>
          </a:p>
          <a:p>
            <a:r>
              <a:t>• Narrate evidence capture — they screenshot as they build for AT3; model it here.</a:t>
            </a:r>
          </a:p>
          <a:p/>
          <a:p>
            <a:r>
              <a:t>PREP: clean Learner Lab open (deploy us-east-1), their Topic 12 HA design handy, demo queued.</a:t>
            </a:r>
          </a:p>
          <a:p>
            <a:r>
              <a:t>~8–10 min to screen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(C1 practice) — students implement THEIR OWN Topic 12 design on the running baseline.</a:t>
            </a:r>
          </a:p>
          <a:p>
            <a:r>
              <a:t>Tell students, in these words: "Open the lab and your Topic 12 HA design. On the running Accounting</a:t>
            </a:r>
          </a:p>
          <a:p>
            <a:r>
              <a:t>baseline, implement your hardening exactly as your design specifies — then prove connectivity at</a:t>
            </a:r>
          </a:p>
          <a:p>
            <a:r>
              <a:t>every tier and capture the evidence as you go."</a:t>
            </a:r>
          </a:p>
          <a:p>
            <a:r>
              <a:t>Steps (put on the board):</a:t>
            </a:r>
          </a:p>
          <a:p>
            <a:r>
              <a:t>1. Add the second AZ + mirrored subnets; extend the ASG and ALB across both AZs.</a:t>
            </a:r>
          </a:p>
          <a:p>
            <a:r>
              <a:t>2. Convert the database to Multi-AZ; add the second NAT gateway.</a:t>
            </a:r>
          </a:p>
          <a:p>
            <a:r>
              <a:t>3. Demonstrate connectivity at all tiers (client→app, app→db, DB isolated), and failover/fail-back.</a:t>
            </a:r>
          </a:p>
          <a:p>
            <a:r>
              <a:t>4. Capture the named evidence screenshots as you build each piece.</a:t>
            </a:r>
          </a:p>
          <a:p>
            <a:r>
              <a:t>Must produce: the hardened baseline running across two AZs, plus connectivity/failover evidence.</a:t>
            </a:r>
          </a:p>
          <a:p>
            <a:r>
              <a:t>Timing: ~30 min. Where they get stuck: forgetting the SECOND NAT gateway (breaks HA for the private</a:t>
            </a:r>
          </a:p>
          <a:p>
            <a:r>
              <a:t>subnet), and impatience with Multi-AZ conversion (it takes minutes) — circulate and reassure.</a:t>
            </a:r>
          </a:p>
          <a:p>
            <a:r>
              <a:t>Share-back: ask one student to show failover working, then failing back.</a:t>
            </a:r>
          </a:p>
          <a:p>
            <a:r>
              <a:t>No-leakage note: this practice uses the Accounting/Ledgerline baseline; AT3 assesses the same skill</a:t>
            </a:r>
          </a:p>
          <a:p>
            <a:r>
              <a:t>on a DIFFERENT supplied system (the LMS)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C2 — establish WHY you deliberately break a working system. The mindset shift of the section.</a:t>
            </a:r>
          </a:p>
          <a:p>
            <a:r>
              <a:t>• The one-liner (say it first): an untested backup plan isn't a plan.</a:t>
            </a:r>
          </a:p>
          <a:p>
            <a:r>
              <a:t>• Use the accent-bold Delta 2016 story: failed equipment exposed a backup that had NEVER been tested</a:t>
            </a:r>
          </a:p>
          <a:p>
            <a:r>
              <a:t>  — about US$100 million. A real, memorable cost of assuming HA works.</a:t>
            </a:r>
          </a:p>
          <a:p>
            <a:r>
              <a:t>• Land the point: you simulate failures to CONFIRM every part of the HA design actually works —</a:t>
            </a:r>
          </a:p>
          <a:p>
            <a:r>
              <a:t>  before a real failure does the testing for you.</a:t>
            </a:r>
          </a:p>
          <a:p>
            <a:r>
              <a:t>Misconception to pre-empt: "we built redundancy, so it's fault tolerant." Redundancy on paper isn't</a:t>
            </a:r>
          </a:p>
          <a:p>
            <a:r>
              <a:t>proof — until a failure is simulated and the service stays up, HA is a claim, not a fact.</a:t>
            </a:r>
          </a:p>
          <a:p>
            <a:r>
              <a:t>Question to pose: "Would you tell YAT's board 'it'll fail over fine' without ever having failed it</a:t>
            </a:r>
          </a:p>
          <a:p>
            <a:r>
              <a:t>over?" (draws out that proof, not confidence, is the deliverable).</a:t>
            </a:r>
          </a:p>
          <a:p>
            <a:r>
              <a:t>UoC/AT3 tie: sets up ICTCLD502 PC 4.3–4.4 and PE 3 (simulate failures, demonstrate fault tolerance)</a:t>
            </a:r>
          </a:p>
          <a:p>
            <a:r>
              <a:t>— the core of AT3 Part B's simulation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measurement discipline for C2 — you can't prove availability you didn't measure.</a:t>
            </a:r>
          </a:p>
          <a:p>
            <a:r>
              <a:t>• Walk it: watch uptime, errors and latency THROUGHOUT the simulation — not just a before/after</a:t>
            </a:r>
          </a:p>
          <a:p>
            <a:r>
              <a:t>  glance.</a:t>
            </a:r>
          </a:p>
          <a:p>
            <a:r>
              <a:t>• Name the tools: CloudWatch metrics + alarms, and the AWS Health Dashboard (callback to their AT2</a:t>
            </a:r>
          </a:p>
          <a:p>
            <a:r>
              <a:t>  monitoring build).</a:t>
            </a:r>
          </a:p>
          <a:p>
            <a:r>
              <a:t>• Accent-bold: record the numbers BEFORE, DURING and AFTER each simulated failure — the delta is the</a:t>
            </a:r>
          </a:p>
          <a:p>
            <a:r>
              <a:t>  evidence of the availability impact.</a:t>
            </a:r>
          </a:p>
          <a:p>
            <a:r>
              <a:t>Misconception to pre-empt: "if it stayed up, that's enough." No — AT3 wants the measured impact</a:t>
            </a:r>
          </a:p>
          <a:p>
            <a:r>
              <a:t>(how long, how many errors, what latency); "it seemed fine" isn't evidence.</a:t>
            </a:r>
          </a:p>
          <a:p>
            <a:r>
              <a:t>Question to pose: "When you terminate an instance, what exactly do you watch to show users weren't</a:t>
            </a:r>
          </a:p>
          <a:p>
            <a:r>
              <a:t>affected?" (target health, error rate, latency across the failover).</a:t>
            </a:r>
          </a:p>
          <a:p>
            <a:r>
              <a:t>UoC/AT3 tie: ICTCLD502 PC 4.3 + PE 5 (define, monitor and record resource availability) + KE 6/9</a:t>
            </a:r>
          </a:p>
          <a:p>
            <a:r>
              <a:t>(measuring availability impact; performance metrics).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C2 — teach the failure injections and what "fault tolerant" looks like when it works.</a:t>
            </a:r>
          </a:p>
          <a:p>
            <a:r>
              <a:t>• Disable assets — terminate an instance, or take down an AZ's resources; watch the ASG/Multi-AZ</a:t>
            </a:r>
          </a:p>
          <a:p>
            <a:r>
              <a:t>  replace or fail over.</a:t>
            </a:r>
          </a:p>
          <a:p>
            <a:r>
              <a:t>• Network disruption — block traffic to a subnet, simulating a partition.</a:t>
            </a:r>
          </a:p>
          <a:p>
            <a:r>
              <a:t>• Accent-bold: confirm the system fails over to the redundant assets and KEEPS SERVING — that is</a:t>
            </a:r>
          </a:p>
          <a:p>
            <a:r>
              <a:t>  fault tolerance PROVEN, the exact thing AT3 wants evidenced.</a:t>
            </a:r>
          </a:p>
          <a:p>
            <a:r>
              <a:t>Misconception to pre-empt: "simulate = just imagine/describe the failure." No — they actually inject</a:t>
            </a:r>
          </a:p>
          <a:p>
            <a:r>
              <a:t>the failure in the lab (terminate, block) and observe the real behaviour; a written thought</a:t>
            </a:r>
          </a:p>
          <a:p>
            <a:r>
              <a:t>experiment isn't a simulation.</a:t>
            </a:r>
          </a:p>
          <a:p>
            <a:r>
              <a:t>Question to pose: "You kill the instance in AZ-A — walk me through what SHOULD happen, and how you'd</a:t>
            </a:r>
          </a:p>
          <a:p>
            <a:r>
              <a:t>see it did?" (ALB drops the unhealthy target, ASG launches a replacement, service continues).</a:t>
            </a:r>
          </a:p>
          <a:p>
            <a:r>
              <a:t>UoC/AT3 tie: ICTCLD502 PC 4.4 + PE 1/PE 3 (simulate component failures, confirm fault tolerant,</a:t>
            </a:r>
          </a:p>
          <a:p>
            <a:r>
              <a:t>resilient to networking/compute/storage/database/data-centre failures).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half of C2 — resizing and load/stress, and their availability cost.</a:t>
            </a:r>
          </a:p>
          <a:p>
            <a:r>
              <a:t>• Load testing — does it hold under the EXPECTED workload (e.g. Ledgerline's month-end peak)?</a:t>
            </a:r>
          </a:p>
          <a:p>
            <a:r>
              <a:t>• Stress testing — where's the breaking point, and does it fail GRACEFULLY (queued/busy messages,</a:t>
            </a:r>
          </a:p>
          <a:p>
            <a:r>
              <a:t>  data kept safe) rather than falling over?</a:t>
            </a:r>
          </a:p>
          <a:p>
            <a:r>
              <a:t>• Accent-bold: resize a component and MEASURE the availability impact — vertical resizes often take</a:t>
            </a:r>
          </a:p>
          <a:p>
            <a:r>
              <a:t>  a brief outage, and that trade-off must be recorded.</a:t>
            </a:r>
          </a:p>
          <a:p>
            <a:r>
              <a:t>Misconception to pre-empt: "scaling up is free and instant." A vertical resize (bigger instance /</a:t>
            </a:r>
          </a:p>
          <a:p>
            <a:r>
              <a:t>DB class) usually needs a restart or failover — a short availability hit; horizontal (ASG) avoids</a:t>
            </a:r>
          </a:p>
          <a:p>
            <a:r>
              <a:t>it. Knowing which is which is the point.</a:t>
            </a:r>
          </a:p>
          <a:p>
            <a:r>
              <a:t>Question to pose: "Month-end doubles the load — do you scale UP the instance or OUT with the ASG,</a:t>
            </a:r>
          </a:p>
          <a:p>
            <a:r>
              <a:t>and what does each cost you in availability?" (out = no outage; up = a brief one).</a:t>
            </a:r>
          </a:p>
          <a:p>
            <a:r>
              <a:t>UoC/AT3 tie: ICTCLD502 PC 4.5 (simulate resizing, measure availability impact) + ICTCLD401 PC 3.2</a:t>
            </a:r>
          </a:p>
          <a:p>
            <a:r>
              <a:t>(test automatic scaling and fix errors, applied under load/resize) + KE 5 (testing/debugging).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(C2 practice) — students run their own simulation plan against their hardened baseline.</a:t>
            </a:r>
          </a:p>
          <a:p>
            <a:r>
              <a:t>Tell students, in these words: "With your monitoring on, work through your simulation plan. Break</a:t>
            </a:r>
          </a:p>
          <a:p>
            <a:r>
              <a:t>the system on purpose, watch what happens, and record the availability impact of each with</a:t>
            </a:r>
          </a:p>
          <a:p>
            <a:r>
              <a:t>evidence."</a:t>
            </a:r>
          </a:p>
          <a:p>
            <a:r>
              <a:t>Steps (put on the board):</a:t>
            </a:r>
          </a:p>
          <a:p>
            <a:r>
              <a:t>1. Fail an instance / an AZ — confirm the service stays up (fault tolerant).</a:t>
            </a:r>
          </a:p>
          <a:p>
            <a:r>
              <a:t>2. Trigger a database failover, then fail back to the primary.</a:t>
            </a:r>
          </a:p>
          <a:p>
            <a:r>
              <a:t>3. Resize a component under load and measure the availability impact.</a:t>
            </a:r>
          </a:p>
          <a:p>
            <a:r>
              <a:t>Must produce: for each simulation, the measured availability impact (uptime/errors/latency before,</a:t>
            </a:r>
          </a:p>
          <a:p>
            <a:r>
              <a:t>during, after) with screenshots/metrics as evidence.</a:t>
            </a:r>
          </a:p>
          <a:p>
            <a:r>
              <a:t>Timing: ~30 min. Where they get stuck: forgetting to start monitoring BEFORE the failure (no</a:t>
            </a:r>
          </a:p>
          <a:p>
            <a:r>
              <a:t>baseline to compare), and panicking when a resize causes a brief outage — that's expected, tell them</a:t>
            </a:r>
          </a:p>
          <a:p>
            <a:r>
              <a:t>to record it, not fix it.</a:t>
            </a:r>
          </a:p>
          <a:p>
            <a:r>
              <a:t>Share-back: take one measured result and ask "did the design hold?" — bridges into C3.</a:t>
            </a:r>
          </a:p>
          <a:p>
            <a:r>
              <a:t>No-leakage note: simulations run on the Accounting baseline (practice); AT3 assesses the same on the</a:t>
            </a:r>
          </a:p>
          <a:p>
            <a:r>
              <a:t>supplied LMS system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C3 — turn the raw simulation results back against what the design PROMISED.</a:t>
            </a:r>
          </a:p>
          <a:p>
            <a:r>
              <a:t>• Walk it: measure what the simulations showed against your documented recovery objectives (the</a:t>
            </a:r>
          </a:p>
          <a:p>
            <a:r>
              <a:t>  RPO/RTO and SPOF fixes from Topic 12).</a:t>
            </a:r>
          </a:p>
          <a:p>
            <a:r>
              <a:t>• Accent-bold: did the build meet its RPO/RTO? Did each single point of failure's fix actually hold</a:t>
            </a:r>
          </a:p>
          <a:p>
            <a:r>
              <a:t>  under a real (simulated) failure?</a:t>
            </a:r>
          </a:p>
          <a:p>
            <a:r>
              <a:t>• Last bullet: note any GAP between the design's intent and the simulated reality — that gap is what</a:t>
            </a:r>
          </a:p>
          <a:p>
            <a:r>
              <a:t>  C3 acts on next.</a:t>
            </a:r>
          </a:p>
          <a:p>
            <a:r>
              <a:t>Misconception to pre-empt: "the simulations passed, so we're done." Passing isn't the deliverable —</a:t>
            </a:r>
          </a:p>
          <a:p>
            <a:r>
              <a:t>comparing measured behaviour to the stated objectives is; a build can survive yet miss its RTO.</a:t>
            </a:r>
          </a:p>
          <a:p>
            <a:r>
              <a:t>Question to pose: "Your design promised recovery in under a minute — what did the simulation</a:t>
            </a:r>
          </a:p>
          <a:p>
            <a:r>
              <a:t>actually measure, and did it meet the promise?" (forces objective-vs-reality comparison).</a:t>
            </a:r>
          </a:p>
          <a:p>
            <a:r>
              <a:t>UoC/AT3 tie: ICTCLD502 PC 4.6 (compare and document simulation findings according to the documented</a:t>
            </a:r>
          </a:p>
          <a:p>
            <a:r>
              <a:t>design) — the compare half of AT3 Part B's closing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improve step of C3 — what to do when a simulation exposes a gap.</a:t>
            </a:r>
          </a:p>
          <a:p>
            <a:r>
              <a:t>• The trigger: a simulation shows a prolonged outage or poor availability → adjust the design; don't</a:t>
            </a:r>
          </a:p>
          <a:p>
            <a:r>
              <a:t>  leave a known weakness in.</a:t>
            </a:r>
          </a:p>
          <a:p>
            <a:r>
              <a:t>• Walk the levers (sub-bullet): more redundancy · Multi-AZ · managed services with built-in HA ·</a:t>
            </a:r>
          </a:p>
          <a:p>
            <a:r>
              <a:t>  monitoring with auto-triggered recovery.</a:t>
            </a:r>
          </a:p>
          <a:p>
            <a:r>
              <a:t>• Accent-bold: make the change, then RE-TEST to confirm the improvement — an untested fix is just</a:t>
            </a:r>
          </a:p>
          <a:p>
            <a:r>
              <a:t>  another claim (callback to "why simulate?").</a:t>
            </a:r>
          </a:p>
          <a:p>
            <a:r>
              <a:t>Misconception to pre-empt: "note the gap in the report and move on." No — where a simulation reveals</a:t>
            </a:r>
          </a:p>
          <a:p>
            <a:r>
              <a:t>a real weakness you adjust and re-simulate; the improvement only counts once re-tested.</a:t>
            </a:r>
          </a:p>
          <a:p>
            <a:r>
              <a:t>Question to pose: "Your single NAT gateway took the private tier down when its AZ failed — what's</a:t>
            </a:r>
          </a:p>
          <a:p>
            <a:r>
              <a:t>the fix, and how do you prove it worked this time?" (second NAT per AZ; re-run the AZ failure).</a:t>
            </a:r>
          </a:p>
          <a:p>
            <a:r>
              <a:t>UoC/AT3 tie: ICTCLD502 PC 5.1 (adjust and improve availability according to simulations as</a:t>
            </a:r>
          </a:p>
          <a:p>
            <a:r>
              <a:t>required).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(C3 practice) — finalise the implementation and produce the documented findings.</a:t>
            </a:r>
          </a:p>
          <a:p>
            <a:r>
              <a:t>Tell students, in these words: "Finalise your HA implementation. Compare your simulation findings</a:t>
            </a:r>
          </a:p>
          <a:p>
            <a:r>
              <a:t>against your documented design, make any improvements the simulations call for and re-test, then</a:t>
            </a:r>
          </a:p>
          <a:p>
            <a:r>
              <a:t>document the findings against the design — this is what feeds your HA Deployment Report."</a:t>
            </a:r>
          </a:p>
          <a:p>
            <a:r>
              <a:t>Steps (put on the board):</a:t>
            </a:r>
          </a:p>
          <a:p>
            <a:r>
              <a:t>1. Compare your simulation findings against your documented design's recovery objectives.</a:t>
            </a:r>
          </a:p>
          <a:p>
            <a:r>
              <a:t>2. Make any improvements the simulations call for, and RE-TEST them.</a:t>
            </a:r>
          </a:p>
          <a:p>
            <a:r>
              <a:t>3. Document the findings against the design (what met the objective, what you changed and why).</a:t>
            </a:r>
          </a:p>
          <a:p>
            <a:r>
              <a:t>Must produce: a written findings-vs-design comparison plus any re-tested improvements — the raw</a:t>
            </a:r>
          </a:p>
          <a:p>
            <a:r>
              <a:t>material for the Topic 14 HA Deployment Report.</a:t>
            </a:r>
          </a:p>
          <a:p>
            <a:r>
              <a:t>Timing: ~20 min. Where they get stuck: documenting only what passed and hiding the gaps — remind</a:t>
            </a:r>
          </a:p>
          <a:p>
            <a:r>
              <a:t>them the gaps + fixes are the strongest evidence, not a weakness to bury.</a:t>
            </a:r>
          </a:p>
          <a:p>
            <a:r>
              <a:t>Share-back: ask one student for a gap they found and the improvement they made.</a:t>
            </a:r>
          </a:p>
          <a:p>
            <a:r>
              <a:t>No-leakage note: this finalises the Accounting-baseline practice; AT3 assesses the same on the</a:t>
            </a:r>
          </a:p>
          <a:p>
            <a:r>
              <a:t>supplied LMS system — comparable, not identical. Closure (the report, feedback, sign-off) is Topic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13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implementation &amp; simulation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Build your HA design — then break it on purpose to prove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it, then break 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AT3 Part B skills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 Topic 12 you designed the HA upgrade; now you implement it on the running baseline.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Then you simulate failures and resizes — to prove the design is actually fault tolerant.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 → demonstrate connectivity → simulate → compare to your design → improve →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For the build: watch the recorded demo, then do it. The simulations you drive yourself.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Implement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harden in place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Implementation approaches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Big-bang / cutover — switch over all at once: fastest, but high risk.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Incremental — adopt in phases: easier to adapt and troubleshoot; slower.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Parallel — run old and new together: safest fall-back, but highest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In-place HA hardening is incremental — add redundancy without taking the service down.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it well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 with scripts (infrastructure as code) — repeatable, documented, fewer errors.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Right-size with the Auto Scaling group instead of guessing capacity.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Automate security and monitoring (IAM, CloudWatch, alarms).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Demonstrate connectivity at all tiers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After implementing, confirm each tier works — and only talks to what it should: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client → application; application → database; database reachable only from the app tier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Confirm failover works — and that you can fail back to the primary.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is the evidence that the build is correct, not just present.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Build a highly available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an Auto Scaling group spread across two Availability Zones, behind a load balancer.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Add a Multi-AZ database with an automatic-failover standby.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load balancer routes only to healthy targets across both AZs.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(ACA M10 · Creating a Highly Available Application (S44))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Implement your HA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On the running Accounting baseline, implement the hardening from your Topic 12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add the second AZ + mirrored subnets; extend the ASG and ALB across both AZs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convert the database to Multi-AZ; add the second NAT gateway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Demonstrate connectivity at all tiers and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Implement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In-place HA hardening is incremental — no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Deploy with IaC; right-size with the ASG; automate security + monitoring.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every tier, including failover and fail-back.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Capture the evidence as you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Simulate failures &amp; resizes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break it on purpose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Why simulate?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untested backup plan isn't a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In 2016 Delta Air Lines had an outage when failed equipment exposed a backup that had never been tested — about US$100 million.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You simulate failures to confirm every part of the HA design actually works.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 &amp; measure availability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Watch uptime, errors and latency throughout the simulation — you can't prove availability you didn't measure.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CloudWatch metrics + alarms and the AWS Health Dashboard.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Record the numbers before, during and after each simulated failure.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Simulate failures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Disable assets — terminate an instance, or take down an Availability Zone's resources.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Network disruption — block traffic to a subnet.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Confirm the system fails over to the redundant assets and keeps serving — that's fault tolerance proven.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Simulate resizes &amp; 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Load testing — does it work under the expected workload (e.g. month-end peak)?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Stress testing — where's the breaking point, and does it fail gracefully (queued / busy messages, data safe)?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Resize a component and measure the availability impact — vertical resizes often take a brief outage.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Run the simulations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Per your simulation plan, with monitoring 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fail an instance / an AZ — confirm the service stays up (fault tolerant)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trigger a database failover, then fail back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resize under load and measure the availability impact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Record the availability impact of each, with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Simulate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Untested HA isn't HA — simulate to prove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Measure availability (CloudWatch) throughout each simulation.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Simulate failures (disable assets / block a subnet) and confirm failover.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Load/stress test and measure the impact of a resize.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Compare, improve &amp; document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did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Compare findings to the design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your documented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Measure what the simulations showed against your documented recovery objectives.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Did the build meet its RPO/RTO? Did each SPOF's fix actually hold under failure?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Note any gap between the design's intent and the simulated reality.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Improve availability if needed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Implement &amp; finalise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If a simulation shows a prolonged outage or poor availability, adjust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21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2100" b="0" i="0">
                <a:solidFill>
                  <a:srgbClr val="2A2929"/>
                </a:solidFill>
                <a:latin typeface="Roboto"/>
              </a:rPr>
              <a:t>more redundancy · Multi-AZ · managed services with built-in HA · monitoring with auto-triggered recovery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Make the change, then re-test to confirm the improvement.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Compare, adjust &amp;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Finalise the implementation: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compare your simulation findings against your documented design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make any improvements the simulations call for, and re-test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Document the simulation findings against the design — this feeds the HA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Compare &amp; improve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simulation findings to the documented recovery objectives.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Improve where the simulations show gaps — then re-test.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Document the findings against the design.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What you record here becomes the HA Deployment Report.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13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Implement incrementally — harden in place with no outage.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Demonstrate connectivity at all tiers, including failover.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Simulate failures and resizes to *prove* fault tolerance; measure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Compare to the design, improve where needed, and document the findings.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You implemented and proved your own design.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14 — Closure &amp; documentation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Write the HA Deployment Report from your evidence and findings, seek and respond to feedback, and obtain final sign-off — closing the engagement.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your simulation findings.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