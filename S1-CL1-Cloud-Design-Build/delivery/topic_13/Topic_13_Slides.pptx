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HA implementation &amp; simulation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Build your HA design — then break it on purpose to prove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Build it, then break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AT3 Part B skills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 Topic 12 you designed the HA upgrade; now you implement it on the running baseline.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Then you simulate failures and resizes — to prove the design is actually fault tolerant.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 → demonstrate connectivity → simulate → compare to your design → improve →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the build: watch the recorded demo, then do it. The simulations you drive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Implement the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harden in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Implementation approaches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Big-bang / cutover — switch over all at once: fastest, but high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Incremental — adopt in phases: easier to adapt and troubleshoot; slower.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Parallel — run old and new together: safest fall-back, but highest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In-place HA hardening is incremental — add redundancy without taking the service down.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Build it well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Deploy with scripts (infrastructure as code) — repeatable, documented, fewer errors.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Right-size with the Auto Scaling group instead of guessing capacity.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Automate security and monitoring (IAM, CloudWatch, alarms).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Demonstrate connectivity at all tiers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After implementing, confirm each tier works — and only talks to what it should: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client → application; application → database; database reachable only from the app tier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Confirm failover works — and that you can fail back to the primary.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evidence that the build is correct, not just present.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 highly available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an Auto Scaling group spread across two Availability Zones, behind a load balancer.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a Multi-AZ database with an automatic-failover standby.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load balancer routes only to healthy targets across both AZs.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M10 · Creating a Highly Available Application (S44))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Implement your HA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On the running Accounting baseline, implement the hardening from your Topic 12 design: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add the second AZ + mirrored subnets; extend the ASG and ALB across both AZs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convert the database to Multi-AZ; add the second NAT gateway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Demonstrate connectivity at all tiers and capture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Implement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In-place HA hardening is incremental — no outage.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Deploy with IaC; right-size with the ASG; automate security + monitoring.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Demonstrate connectivity at every tier, including failover and fail-back.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Capture the evidence as you build.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Simulate failures &amp; resizes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break it on purpose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Why simulate?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untested backup plan isn't a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In 2016 Delta Air Lines had an outage when failed equipment exposed a backup that had never been tested — about US$100 million.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simulate failures to confirm every part of the HA design actually works.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Monitor &amp; measure availability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Watch uptime, errors and latency throughout the simulation — you can't prove availability you didn't measure.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CloudWatch metrics + alarms and the AWS Health Dashboard.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Record the numbers before, during and after each simulated failure.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Simulate failures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Disable assets — terminate an instance, or take down an Availability Zone's resources.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Network disruption — block traffic to a subnet.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Confirm the system fails over to the redundant assets and keeps serving — that's fault tolerance proven.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Simulate resizes &amp; load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Load testing — does it work under the expected workload (e.g. month-end peak)?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Stress testing — where's the breaking point, and does it fail gracefully (queued / busy messages, data safe)?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Resize a component and measure the availability impact — vertical resizes often take a brief outage.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Run the simulations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Per your simulation plan, with monitoring 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fail an instance / an AZ — confirm the service stays up (fault tolerant)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trigger a database failover, then fail back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resize under load and measure the availability impact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Record the availability impact of each, with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Simulate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Untested HA isn't HA — simulate to prove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Measure availability (CloudWatch) throughout each simulation.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Simulate failures (disable assets / block a subnet) and confirm failover.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Load/stress test and measure the impact of a resize.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Compare, improve &amp; document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did it meet the design?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Compare findings to the design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your documented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Measure what the simulations showed against your documented recovery objectives.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Did the build meet its RPO/RTO? Did each SPOF's fix actually hold under failure?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Note any gap between the design's intent and the simulated reality.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Improve availability if needed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If a simulation shows a prolonged outage or poor availability, adjust the design: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more redundancy · Multi-AZ · managed services with built-in HA · monitoring with auto-triggered recovery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Make the change, then re-test to confirm the improvement.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Compare, adjust &amp;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Finalise the implementation: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compare your simulation findings against your documented design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make any improvements the simulations call for, and re-test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Document the simulation findings against the design — this feeds the HA Deployment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Compare &amp; improve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Compare simulation findings to the documented recovery objectives.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Improve where the simulations show gaps — then re-test.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Document the findings against the design.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What you record here becomes the HA Deployment Report.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13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Implement incrementally — harden in place with no outage.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Demonstrate connectivity at all tiers, including failover.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Simulate failures and resizes to *prove* fault tolerance; measure availability.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Compare to the design, improve where needed, and document the findings.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 implemented and proved your own design.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14 — Closure &amp; documentation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Write the HA Deployment Report from your evidence and findings, seek and respond to feedback, and obtain final sign-off — closing the engagement.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simulation findings.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