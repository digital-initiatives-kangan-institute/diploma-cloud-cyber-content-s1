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05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Making the case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Present the business case to the board — and win the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the written case to the room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 great case still has to be sold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written case is done (Topics 2–4) — this Topic is about communicating and defending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Three moves: prepare &amp; rehearse → deliver → handle the room.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presentation event — an observed assessment: how you present is assessed, not just what you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Prepare &amp; rehearse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from document to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pitch is a distillation, not a read-through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deck isn't your business case with slide borders — the board already read the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deck carries the spine — the ask, the money, the risk, the plan; you fill the rest verbally.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8–10 slides, one section each, with speaker notes — on the YAT Board Presentation Deck template.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board arc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order it the way a board decides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Agenda → strategic context → current state → the gap → options → recommendation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cost summary → benefits → risks → implementation plan → the decision → Q&amp;A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One section per slide: headline + a few points. The recommendation and the plan get the airtime.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the cut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KEEP — the ask · the cost comparison · key risks + mitigations · the plan · the strategic fit.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CUT — line-item detail · method explanations · anything that lives in the appendices.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If a slide doesn't help the decision, it's a handout — not a pitch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Rehearse — this is where pitches are won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Preparation isn't done when the deck is built. Rehearse: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run it aloud — walk the board through each slide, don't read it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time it (target 10–15 min); if you run long, cut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anticipate the board's questions and prepare your answers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practise stating the ask and asking for sign-off — the bit most often fumbled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 rehearsed pitch sounds confident; an unrehearsed one reads off the slides.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&amp; rehearse your board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Build an 8–10 slide board deck for your practice Business Case (Accounting System / Ledgerline) on the YAT Board Presentation Deck template, with speaker notes.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Then rehearse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run it aloud and time it (target 10–15 min)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in your notes, write the three questions you'd least like to be asked — and your answers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Lead with the section spine; slides = headline + a few points; end on the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0" i="0">
                <a:solidFill>
                  <a:srgbClr val="92268F"/>
                </a:solidFill>
                <a:latin typeface="Roboto"/>
              </a:rPr>
              <a:t>⚠  Rehearsal isn't optional — a pitch you haven't said aloud isn't ready.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 build + rehearse, then we present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Prepare &amp; rehearse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deck is a distillation — the spine, not the whole document.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Board arc: context → gap → options → recommendation → cost/risk → plan → the ask.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Preparation includes rehearsal: run it aloud, time it, prepare for the questions.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Deliver the case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present to the 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Lead with 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listens better when it knows what you want.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Open by naming the decision you're seeking — then walk them through the case that justifies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Don't hide the ask on the last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Walk the board through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Report the situation and the gap.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Walk through how you evaluated the options — the CBA +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Put the action plan — explicitly seeking the board's feedback and approval.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You're reporting to a superior and asking for a decision, not lecturing.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Speak the board's language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 is not technical.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Plain English; translate each technical term as you use it — “RDS: a managed database the vendor runs for us”.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Pitch ideas in business terms — cost, risk, availability, continuity.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Jargon loses the room.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Deliver your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Present your board deck to a mock board (peers + trainer as Sam Walker / Pat Lin), 10–15 minutes.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open with the ask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walk context → gap → options → recommendation → cost/risk → plan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translate technical terms as you go; eyes on the room, not the slides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⚠  You're seeking a decision — present to persuade, not to inform.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10–15 min each, then feedback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Deliver the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Lead with the ask, then justify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Report → evaluate → put the plan and seek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Plain English, technical terms translated, pitched to a non-technical board.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Handle the room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Q&amp;A, feedback &amp; sign-off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Q&amp;A is assessed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board's questions aren't a formality — they probe whether you understand your own analysis and the principles behind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Defend your case from your evidence; don't bluff.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Listen, then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Let the question land; clarify if unsure — “Do you mean cost or risk?”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Answer directly, pointing to your evidence (your CBA, your risk register).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Check it landed before moving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A crisp “good question — here's the data” beats a long ramble.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Be ready for these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dimensions the board probes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Cost assumptions — what if pricing changes?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Risk — the single biggest reason to say no?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Prioritisation — which change carries the most risk?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Strategic fit — what if YAT opens a second campus in Year 3?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Service models &amp; standards — why IaaS/PaaS here? which standards informed it?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These come from your own Topics 1–4 work — defend, don't re-derive.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Seek feedback &amp; get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Explicitly seek and respond to the board's feedback — confirm you've understood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Capture the feedback in the Feedback Record.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Obtain the board's sign-off on the action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 decision is the point of the whole exercise — ask for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Run the Q&amp;A, feedback &amp;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After each pitch, the mock board asks 3–5 questions, gives feedback, and signs off.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Presenter: clarify → answer from your evidence → seek/respond to feedback → capture it → get the sign-off.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Board: probe across the dimensions above.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05F61"/>
                </a:solidFill>
                <a:latin typeface="Roboto"/>
              </a:rPr>
              <a:t>⚠  Always close by asking for the decision.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~5 min each, then debrief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Handle the room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Q&amp;A tests your grasp of your own case — defend it from your evidence.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Listen, clarify, answer directly, check it landed.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Seek and respond to feedback, capture it, and obtain sign-off — always ask for the decision.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the practice room to the real thing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build a board deck, deliver it, and handle the room — the whole communication skill.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 completes the case for the migration: analyse it, plan it, and sell it.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practised on the Accounting System; next you do it for real.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produce and present your real Business Case for the YAT LMS migration.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