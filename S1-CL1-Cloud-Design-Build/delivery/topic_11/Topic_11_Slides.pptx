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1. The intranet carries the figures; they have to go and read.</a:t>
            </a:r>
          </a:p>
          <a:p>
            <a:r>
              <a:t>The failure mode is plausible invented numbers — press every row for its source.</a:t>
            </a:r>
          </a:p>
          <a:p>
            <a:r>
              <a:t>Do not supply the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2. The workbook's considerations do the leading — let them.</a:t>
            </a:r>
          </a:p>
          <a:p>
            <a:r>
              <a:t>Do not name which tiers pass or fail; the exercise is that they find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3–5. Task 3 tells them how many rows to expect and that fewer</a:t>
            </a:r>
          </a:p>
          <a:p>
            <a:r>
              <a:t>means they have missed something — let the workbook do that, don't pre-empt it.</a:t>
            </a:r>
          </a:p>
          <a:p>
            <a:r>
              <a:t>Circulate for lists that stop at the obvious tier; prompt with the two passes, not with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6. Watch for engineer-to-engineer writing and for summaries</a:t>
            </a:r>
          </a:p>
          <a:p>
            <a:r>
              <a:t>that describe the architecture instead of naming the gap. The "cut it to two sentences" prompt in</a:t>
            </a:r>
          </a:p>
          <a:p>
            <a:r>
              <a:t>the workbook is a good share-back.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11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Availability, and the state of what you have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It works. What happens when it doesn't?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question nobody has asked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built a working platform. Everything serving it runs in one place.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Nobody has yet asked what happens if that place goes away — and the client is about to.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Across the next topics you establish the targets, review what you have, design the upgrade, build it, and break it on purpose to prove it holds.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Today: what the design is held to, and honestly where the current environment stands against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What the design is held to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targets, sourced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high availability means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it assumes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highly available system stays usable when parts of it fail. Not "never fails" — keeps serving while failing.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Availability is expressed as a percentage of time, and every percentage is a quantity of downtime.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step from two nines to five is the difference between hours a month and seconds a month.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the nines cost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buy what the business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Each additional nine multiplies cost, and past a point it stops being purchasable at all.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 the target is not "as high as possible". It is the level this business actually needs.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service used in business hours by one team does not need what a public, always-on platform needs.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Over-buying availability spends real money on downtime nobody would have noticed.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Availability, reliability, and the agreement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up is not the same as working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Availability — is it up?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Reliability — is it working correctly? A service can be up and still returning errors.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service level is the measurable target you promise; the agreement makes it contractual and attaches consequences to missing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Recovery objectives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time, and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RTO — recovery time: the longest outage the business will tolerate.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RPO — recovery point: the most work it can afford to lose.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One is measured in time, the other in data. They are answers to different questions and they are routinely swapped.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Neither is set to zero, for the same reason nobody buys five nines by reflex.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 target you cannot source is a target you invented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name the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figure you record has to come from somewhere — a requirements document, a policy, a specification.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Write down where each one came from as you record it. If you cannot, you have assumed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matters more than it sounds: the whole design is measured against these numbers, and a number nobody agreed to cannot hold anything to account.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Establish the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Record the availability, recovery and service-level targets this design has to meet, and for each one name the document it came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Availability is a percentage that maps to real downtime, and nines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Up is not the same as working correctly.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RTO is time; RPO is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target carries its source.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Reviewing what you have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evaluate before you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Review before you improve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tier at a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instinct is to start adding redundancy. Resist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fix aimed at a weakness you have not confirmed is wasted work, and it hides the one that matters.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Go tier by tier — network, compute, balancing, data, egress, monitoring — and judge each against the targets you just recorded.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Reading an architecture description honestly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provisioned is not the same as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Two things are easy to conflate: what exists and what is being used.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resource can be provisioned across two places while everything actually serving sits in 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When you read a description of an environment, separate the inventory from the load. They are different questions and only one of them is about availability.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Some tiers will already be fine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"no change needed" is an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Not every row of your review is a problem. Saying "this meets the target, and here is why" is a finding.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is also the discipline that stops you redesigning something that did not need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Review the environment against the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 through each tier and record whether it meets the targets from task 1, and where it does not, why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Evaluate before you change anything.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Separate what exists from what is carrying 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tier that already meets the target is a finding worth recording.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Where it breaks, and how fast it comes back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put numbers on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Single points of failure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failure, whole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single point of failure is any component whose failure stops or degrades the whole service.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Redundancy in one tier does not remove a weakness in another — many servers sharing one database still have one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to hunt them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count them, then lose a zone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Two passes over the architecture, and they find different things: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Count. Go down every row and ask: is there exactly one of these?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Zone. Ask what would go dark if one whole location were lost this afternoon.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failures are quiet. A component can fail without users noticing, while something important stops happening in the background — those still belong on the list.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each, record what the failure looks like and what the business actually loses.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Estimating what you achieve today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measured against the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Put numbers on it, per component: how much work would be lost, and how long recovery would take.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RPO comes from how often the data is captured. RTO comes from how long it takes to restore, point the application at it, and confirm it works — not from the restore alone.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components hold no data of their own, and the honest answer is that an RPO does not apply.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Compare each number to the target on the same row. The difference is the gap the design has to close.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can only be made bigger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add to it, or replace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components you add to. Others you can only replace with a larger 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Anything in the second group carries an availability cost whenever it is resized, and eventually a ceiling.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Record which components are in that position and what happens to the service while they are resized.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Find the weaknesses and put numbers on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3, 4 and 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Identify the single points of failure with the failure mode and the consequence; estimate what the current environment achieves against each target; and record what can only scale vertically.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Weaknesses and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single point of failure stops the whole service; redundancy elsewhere does not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Hunt by counting, then by losing a location.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RTO includes restoring, re-pointing and confirming — not just the restore.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Note what can only be replaced rather than added 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Reporting what you found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for the person who signs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Writing for the person who pays for it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their terms, not yours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reader approves the work and funds it. They are not going to read your tables.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the gap in the same terms as the target — a percentage, an amount of lost work, a number of hours. "Not highly available" is not a gap.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Say which components drive it. Keep it short enough that it gets read.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Summarise the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6.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Write the short summary of what you found: the gap between the environment and the targets, and which components drive it, for a non-engineer.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11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Availability is a business target with a cost, sourced from a document.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Review tier by tier before designing anything.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Find weaknesses by counting, and by losing a location.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Quantify what you achieve today, and report the gap in the client's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 — designing the upgrade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know what it has to meet and where it currently falls short.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you design the change, tier by tier — and check each tier before you assume it needs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