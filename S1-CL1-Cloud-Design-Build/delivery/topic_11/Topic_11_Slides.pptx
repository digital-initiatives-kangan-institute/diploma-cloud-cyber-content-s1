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11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HA concepts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What high availability is — and how the cloud achieves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Making the baseline highly available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AT3 arc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AT2 built a working single-AZ baseline. AT3 makes it highly available — resilient to losing an Availability Zone.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800" b="1" i="0">
                <a:solidFill>
                  <a:srgbClr val="92268F"/>
                </a:solidFill>
                <a:latin typeface="Roboto"/>
              </a:rPr>
              <a:t>Topic 11 is the concepts; Topic 12 you design the upgrade; Topic 13 you implement + simulate; Topic 14 you close out.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This Topic builds the vocabulary — availability, fault tolerance, SPOFs, recovery objectives — and the cloud toolkit.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Availability, reliability &amp; service levels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what 'highly available' means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is high availability?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HA requirements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High availability = a system stays operational and accessible with minimal downtime, even if parts fail.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Availability is a percentage, and it maps to downtime: 99% ≈ 7 hours/month offline; 99.999% ≈ 26 seconds/month.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800" b="1" i="0">
                <a:solidFill>
                  <a:srgbClr val="92268F"/>
                </a:solidFill>
                <a:latin typeface="Roboto"/>
              </a:rPr>
              <a:t>More nines costs a lot more — often 2–5× — and isn't always achievable.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Reliability &amp; service levels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HA requirements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Reliability = how consistently a service works correctly (availability only means it's online).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 service level is a performance target (availability, response time).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800" b="1" i="0">
                <a:solidFill>
                  <a:srgbClr val="92268F"/>
                </a:solidFill>
                <a:latin typeface="Roboto"/>
              </a:rPr>
              <a:t>A Service Level Agreement (SLA) sets the minimum service level — miss it and credits/penalties apply.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YAT's availability target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Ledgerline needs ≥ 99.5% availability in business hours (Mon–Fri ~07:30–18:00) — there's no 24/7 requirement.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800" b="1" i="0">
                <a:solidFill>
                  <a:srgbClr val="92268F"/>
                </a:solidFill>
                <a:latin typeface="Roboto"/>
              </a:rPr>
              <a:t>The HA goal is to survive the loss of an Availability Zone — not to chase 99.999%.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Five-nines would multiply the cost for resilience this business-hours workload doesn't need.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Match the target to the business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Quick discussion: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why does 99.5% business-hours fit Ledgerline, and what downtime does it allow?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when would chasing five-nines be the wrong call — and why?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Availability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HA = stay operational with minimal downtime despite failures.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Availability % maps to real downtime; more nines costs 2–5× more.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Reliability (works correctly) is more than availability (online); SLAs set the minimum.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YAT's target is 99.5% business-hours and AZ resilience — not five-nines.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Single points of failure &amp; recovery objectives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where it breaks, and how fast you recover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is a single point of failure?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Evaluating availability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 single point of failure (SPOF) is any component whose failure stops the whole service.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Like a car's engine — one failure and nothing moves.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7B5CE"/>
                </a:solidFill>
                <a:latin typeface="Roboto"/>
              </a:rPr>
              <a:t>In IT: many app servers all on one database; a whole office on one internet link; one server, one Availability Zone.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Recovery objectives — RTO &amp; RPO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Evaluating availability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RTO (Recovery Time Objective) = the maximum downtime the business will tolerate.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RPO (Recovery Point Objective) = the maximum data loss it will tolerate.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7B5CE"/>
                </a:solidFill>
                <a:latin typeface="Roboto"/>
              </a:rPr>
              <a:t>Worked example: backups every 15 min → RPO 15 min; recover 3 layers at 30 min each + 1 h testing → RTO 2.5 h.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Why not set both to zero? Cost — zero loss / zero downtime is extremely expensive.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Vertical scaling and its availability cost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Evaluating availability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Vertical scaling = a bigger server (more CPU/RAM); horizontal scaling = more servers.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7B5CE"/>
                </a:solidFill>
                <a:latin typeface="Roboto"/>
              </a:rPr>
              <a:t>Vertical scaling usually needs a shutdown/restart and hits a ceiling — so it's an availability cost.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Horizontal scaling is preferred for availability; mitigate vertical changes via an overnight window, a standby switch, or hot-swap.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Spot the SPOFs in the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Look at the single-AZ Accounting baseline you'd be hardening: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list its single points of failure (think: AZ, database, the running instance, egress)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estimate the baseline's recovery objectives (RPO / RTO) and where they fall short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7B5CE"/>
                </a:solidFill>
                <a:latin typeface="Roboto"/>
              </a:rPr>
              <a:t>Keep your list — Topic 12 designs these out.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SPOFs &amp; recovery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 SPOF is any component whose failure stops the whole service.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RTO = tolerable downtime; RPO = tolerable data loss; zero costs the most.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Vertical scaling carries downtime + a ceiling — horizontal scaling aids availability.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baseline's single AZ and single database are its key SPOFs.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Achieving availability in the cloud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the HA toolkit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Built-in vs designed fault tolerance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HA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Using the cloud does not make you highly available by itself.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05F61"/>
                </a:solidFill>
                <a:latin typeface="Roboto"/>
              </a:rPr>
              <a:t>You design redundancy — across compute, storage and network — so no single failure takes the service down.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 single-AZ cloud design has a SPOF just like an on-prem one.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cloud HA toolkit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HA requirements · ACA M10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Multi-AZ — run resources across Availability Zones so the loss of one AZ doesn't stop the service.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Load balancing — spread traffic across servers; route only to healthy ones.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Auto Scaling across AZs — keep healthy capacity in each AZ (availability, not just load).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05F61"/>
                </a:solidFill>
                <a:latin typeface="Roboto"/>
              </a:rPr>
              <a:t>Managed Multi-AZ databases — a synchronous standby with automatic failover. (Multi-Region / full DR is out of scope — CL2.)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Multi-AZ in action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HA requirements · ACA M10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 Multi-AZ database keeps a primary in one AZ and a synchronous standby in another.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If the primary (or its AZ) fails, the standby is promoted automatically — service continues with seconds of downtime.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05F61"/>
                </a:solidFill>
                <a:latin typeface="Roboto"/>
              </a:rPr>
              <a:t>The application reaches the database by name, so nothing needs reconfiguring.</a:t>
            </a:r>
          </a:p>
        </p:txBody>
      </p:sp>
      <p:pic>
        <p:nvPicPr>
          <p:cNvPr id="5" name="Picture 4" descr="multi-az-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1189" y="1783080"/>
            <a:ext cx="2619862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Match the mechanism to the SPOF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For each SPOF you found in the baseline, name the cloud mechanism that removes it: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single AZ → ?  ·  single database → ?  ·  single running instance → ?  ·  single NAT gateway → ?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05F61"/>
                </a:solidFill>
                <a:latin typeface="Roboto"/>
              </a:rPr>
              <a:t>(Answers: a second AZ · Multi-AZ database · an ASG across AZs · a NAT gateway per AZ.)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This is the shape of the design you'll produce in Topic 12.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Section 3 · Cloud HA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cloud doesn't give you HA — you design redundancy across the tiers.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toolkit: Multi-AZ, load balancing, auto-scaling across AZs, Multi-AZ databases.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Multi-AZ databases fail over automatically — seconds of downtime, no app change.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Each baseline SPOF maps to a mechanism — that's your HA design.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EDAB0C"/>
                </a:solidFill>
                <a:latin typeface="Roboto"/>
              </a:rPr>
              <a:t>Topic 11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High availability = stay up despite failure; availability % ↔ downtime and cost.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SPOFs and RTO/RPO are how you reason about availability.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Vertical scaling costs availability; horizontal scaling and redundancy buy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cloud HA toolkit (Multi-AZ, LB, autoscaling, Multi-AZ DB) removes SPOFs.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69864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769864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769864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Next you'll use this to DESIGN the HA upgrade yourself.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12 — HA design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design the HA upgrade for the Accounting baseline — review it, remove its SPOFs, set recovery objectives, and document the design.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produce the design; the requirements and the baseline are your inputs.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