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AT3 arc — set expectations, don't teach HA content yet.</a:t>
            </a:r>
          </a:p>
          <a:p>
            <a:r>
              <a:t>• Where this fits: AT2 built a working SINGLE-AZ baseline. AT3's job is to make it highly</a:t>
            </a:r>
          </a:p>
          <a:p>
            <a:r>
              <a:t>  available — resilient to losing an Availability Zone. This Topic is the vocabulary.</a:t>
            </a:r>
          </a:p>
          <a:p>
            <a:r>
              <a:t>• Walk the four-Topic arc off the accent-bold line: T11 = concepts (today), T12 = you DESIGN</a:t>
            </a:r>
          </a:p>
          <a:p>
            <a:r>
              <a:t>  the upgrade, T13 = you implement + simulate the failure, T14 = you close out. Say it plainly</a:t>
            </a:r>
          </a:p>
          <a:p>
            <a:r>
              <a:t>  so the keen student knows nothing gets built today.</a:t>
            </a:r>
          </a:p>
          <a:p>
            <a:r>
              <a:t>• What today gives them: the words — availability, fault tolerance, SPOFs, recovery objectives —</a:t>
            </a:r>
          </a:p>
          <a:p>
            <a:r>
              <a:t>  plus the cloud toolkit that removes each weakness. Everything downstream reuses this.</a:t>
            </a:r>
          </a:p>
          <a:p>
            <a:r>
              <a:t>• How they practise: on the single-AZ Accounting baseline (Ledgerline) — the same client system</a:t>
            </a:r>
          </a:p>
          <a:p>
            <a:r>
              <a:t>  they've carried all term; today they learn to REASON about its availability.</a:t>
            </a:r>
          </a:p>
          <a:p>
            <a:r>
              <a:t>Misconception to pre-empt: "we're on the cloud, so we're already highly available." No — a</a:t>
            </a:r>
          </a:p>
          <a:p>
            <a:r>
              <a:t>single-AZ cloud design has a SPOF just like on-prem; HA is DESIGNED, not automatic.</a:t>
            </a:r>
          </a:p>
          <a:p>
            <a:r>
              <a:t>Question to pose: "The baseline works — so what's actually wrong with it that AT3 has to fix?"</a:t>
            </a:r>
          </a:p>
          <a:p>
            <a:r>
              <a:t>(it can't survive losing its one AZ / one database — draws out the whole point of AT3).</a:t>
            </a:r>
          </a:p>
          <a:p>
            <a:r>
              <a:t>UoC/AT3 tie: Topic 11 develops the ICTCLD502 concepts examined through AT3 Part A (design) and</a:t>
            </a:r>
          </a:p>
          <a:p>
            <a:r>
              <a:t>Part B (implement/simulate); today itself is teach + light activity, not graded.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anchor definition of Section 1 — teach it deliberately; students must be able to reason with</a:t>
            </a:r>
          </a:p>
          <a:p>
            <a:r>
              <a:t>the % ↔ downtime mapping in the AT3 design.</a:t>
            </a:r>
          </a:p>
          <a:p>
            <a:r>
              <a:t>• Read the bolded definition: HA = a system stays operational and accessible with MINIMAL</a:t>
            </a:r>
          </a:p>
          <a:p>
            <a:r>
              <a:t>  downtime, even when parts fail. Stress "even when parts fail" — HA assumes failure happens.</a:t>
            </a:r>
          </a:p>
          <a:p>
            <a:r>
              <a:t>• Make the numbers concrete: availability is a percentage that maps to real downtime — 99% ≈ 7</a:t>
            </a:r>
          </a:p>
          <a:p>
            <a:r>
              <a:t>  hours/month offline; 99.999% ("five nines") ≈ 26 seconds/month. Let that gap land.</a:t>
            </a:r>
          </a:p>
          <a:p>
            <a:r>
              <a:t>• Third bullet (accent): more nines cost a LOT more — often 2-5× — and aren't always achievable.</a:t>
            </a:r>
          </a:p>
          <a:p>
            <a:r>
              <a:t>  This is the hinge for the "YAT's target" slide: you buy only the availability you need.</a:t>
            </a:r>
          </a:p>
          <a:p>
            <a:r>
              <a:t>Misconception to pre-empt: "highly available means never goes down." No — it means minimal,</a:t>
            </a:r>
          </a:p>
          <a:p>
            <a:r>
              <a:t>tolerable downtime; even five-nines is ~26 seconds a month, not zero.</a:t>
            </a:r>
          </a:p>
          <a:p>
            <a:r>
              <a:t>Question to pose: "If 99% sounds great, why might 7 hours offline a month be unacceptable for a</a:t>
            </a:r>
          </a:p>
          <a:p>
            <a:r>
              <a:t>payroll run — and what does closing that gap cost?" (surfaces the cost-of-nines trade-off).</a:t>
            </a:r>
          </a:p>
          <a:p>
            <a:r>
              <a:t>UoC/AT3 tie: ICTCLD502 PC 1.1 (reliability/recoverability/service levels) and KE 4/7/8; this</a:t>
            </a:r>
          </a:p>
          <a:p>
            <a:r>
              <a:t>vocabulary is what AT3 Part A uses to STATE the HA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reliability-vs-availability distinction cleanly — students routinely collapse the two,</a:t>
            </a:r>
          </a:p>
          <a:p>
            <a:r>
              <a:t>and AT3 asks them to state service levels precisely.</a:t>
            </a:r>
          </a:p>
          <a:p>
            <a:r>
              <a:t>• Reliability = how CONSISTENTLY a service works CORRECTLY; availability only says it's online.</a:t>
            </a:r>
          </a:p>
          <a:p>
            <a:r>
              <a:t>  A service can be up (available) yet returning errors (unreliable) — different properties.</a:t>
            </a:r>
          </a:p>
          <a:p>
            <a:r>
              <a:t>• A service level is a measurable performance TARGET — availability %, response time. Name it as</a:t>
            </a:r>
          </a:p>
          <a:p>
            <a:r>
              <a:t>  the number you promise.</a:t>
            </a:r>
          </a:p>
          <a:p>
            <a:r>
              <a:t>• Third bullet (accent): a Service Level Agreement (SLA) sets the MINIMUM service level; miss it</a:t>
            </a:r>
          </a:p>
          <a:p>
            <a:r>
              <a:t>  and credits/penalties apply. The SLA is the contract that makes the target real.</a:t>
            </a:r>
          </a:p>
          <a:p>
            <a:r>
              <a:t>Misconception to pre-empt: "available and reliable are the same thing." No — online ≠ working</a:t>
            </a:r>
          </a:p>
          <a:p>
            <a:r>
              <a:t>correctly; you can be highly available and still unreliable if it errors while up.</a:t>
            </a:r>
          </a:p>
          <a:p>
            <a:r>
              <a:t>Question to pose: "If Ledgerline is up but the report screen throws errors half the time, is that</a:t>
            </a:r>
          </a:p>
          <a:p>
            <a:r>
              <a:t>an availability problem or a reliability problem?" (reliability — sharpens the distinction).</a:t>
            </a:r>
          </a:p>
          <a:p>
            <a:r>
              <a:t>UoC/AT3 tie: ICTCLD502 PC 1.1 / KE; stating reliability, recoverability and service levels is</a:t>
            </a:r>
          </a:p>
          <a:p>
            <a:r>
              <a:t>exactly what AT3 Part A's "identify HA requirements" step evidences.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the concept to the actual client — this is where "how many nines?" becomes a real design</a:t>
            </a:r>
          </a:p>
          <a:p>
            <a:r>
              <a:t>decision, not trivia.</a:t>
            </a:r>
          </a:p>
          <a:p>
            <a:r>
              <a:t>• Walk the requirement: Ledgerline needs ≥ 99.5% availability in BUSINESS HOURS (Mon-Fri</a:t>
            </a:r>
          </a:p>
          <a:p>
            <a:r>
              <a:t>  ~07:30-18:00) — there is NO 24/7 requirement. The workload shape sets the target.</a:t>
            </a:r>
          </a:p>
          <a:p>
            <a:r>
              <a:t>• The accent line is the design goal: survive the loss of an Availability Zone — NOT chase</a:t>
            </a:r>
          </a:p>
          <a:p>
            <a:r>
              <a:t>  99.999%. HA here means AZ resilience, sized to the business.</a:t>
            </a:r>
          </a:p>
          <a:p>
            <a:r>
              <a:t>• Third bullet: five-nines would MULTIPLY the cost (callback to the 2-5× line) for resilience a</a:t>
            </a:r>
          </a:p>
          <a:p>
            <a:r>
              <a:t>  business-hours workload simply doesn't need. Right-sizing availability is the consultant skill.</a:t>
            </a:r>
          </a:p>
          <a:p>
            <a:r>
              <a:t>Misconception to pre-empt: "more availability is always better, so aim for five-nines." No — you</a:t>
            </a:r>
          </a:p>
          <a:p>
            <a:r>
              <a:t>buy the availability the business needs; over-buying wastes money on downtime nobody would notice.</a:t>
            </a:r>
          </a:p>
          <a:p>
            <a:r>
              <a:t>Question to pose: "Ledgerline is idle overnight and on weekends — how does that change what</a:t>
            </a:r>
          </a:p>
          <a:p>
            <a:r>
              <a:t>availability target is worth paying for?" (business-hours target, AZ resilience, not 24/7 five-nines).</a:t>
            </a:r>
          </a:p>
          <a:p>
            <a:r>
              <a:t>UoC/AT3 tie: ICTCLD502 PC 1.1/1.2 (reliability/service levels + infrastructure to business needs);</a:t>
            </a:r>
          </a:p>
          <a:p>
            <a:r>
              <a:t>this target is the requirement AT3 Part A designs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a short paired discussion, the Section 1 practice. Light and verbal; no writing</a:t>
            </a:r>
          </a:p>
          <a:p>
            <a:r>
              <a:t>needed. Circulate and listen for the cost-of-nines reasoning.</a:t>
            </a:r>
          </a:p>
          <a:p>
            <a:r>
              <a:t>Tell students: "You're the MTS consultant advising YAT. Talk to the person next to you and be</a:t>
            </a:r>
          </a:p>
          <a:p>
            <a:r>
              <a:t>ready to justify the availability target for THIS client — not a textbook answer."</a:t>
            </a:r>
          </a:p>
          <a:p>
            <a:r>
              <a:t>Prompts (put on the board):</a:t>
            </a:r>
          </a:p>
          <a:p>
            <a:r>
              <a:t>1. Why does 99.5% business-hours fit Ledgerline — and what downtime does that actually allow?</a:t>
            </a:r>
          </a:p>
          <a:p>
            <a:r>
              <a:t>2. When would chasing five-nines be the WRONG call for a client like YAT, and why?</a:t>
            </a:r>
          </a:p>
          <a:p>
            <a:r>
              <a:t>Must produce: a spoken justification each pair can defend — a target tied to YAT's business hours</a:t>
            </a:r>
          </a:p>
          <a:p>
            <a:r>
              <a:t>plus the cost trade-off (not "more nines is better").</a:t>
            </a:r>
          </a:p>
          <a:p>
            <a:r>
              <a:t>Timing: ~5 min then share. Where they get stuck: they reach for the highest number by reflex —</a:t>
            </a:r>
          </a:p>
          <a:p>
            <a:r>
              <a:t>redirect them to what the BUSINESS needs (business hours only) and what extra nines cost.</a:t>
            </a:r>
          </a:p>
          <a:p>
            <a:r>
              <a:t>Share-back prompt: take one pair who defended 99.5% and one who over-shot, and let the room weigh</a:t>
            </a:r>
          </a:p>
          <a:p>
            <a:r>
              <a:t>which is the more client-specific call.</a:t>
            </a:r>
          </a:p>
          <a:p>
            <a:r>
              <a:t>No-leakage note: this is practice reasoning on Ledgerline; AT3 assesses the same skill on the LMS</a:t>
            </a:r>
          </a:p>
          <a:p>
            <a:r>
              <a:t>system — comparable, not identical. Keep them anchored to the Accounting baseline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2 with the SPOF primer — the single idea the whole availability argument turns on.</a:t>
            </a:r>
          </a:p>
          <a:p>
            <a:r>
              <a:t>Teach it plainly before applying it to the baseline.</a:t>
            </a:r>
          </a:p>
          <a:p>
            <a:r>
              <a:t>• Definition: a single point of failure (SPOF) is any component whose failure stops the WHOLE</a:t>
            </a:r>
          </a:p>
          <a:p>
            <a:r>
              <a:t>  service. One weak link and everything downstream is down.</a:t>
            </a:r>
          </a:p>
          <a:p>
            <a:r>
              <a:t>• Use the everyday analogy: a car's engine — one failure and nothing moves, however good the rest</a:t>
            </a:r>
          </a:p>
          <a:p>
            <a:r>
              <a:t>  of the car is. That's a SPOF.</a:t>
            </a:r>
          </a:p>
          <a:p>
            <a:r>
              <a:t>• Third bullet (accent) makes it IT-concrete: many app servers all on ONE database; a whole office</a:t>
            </a:r>
          </a:p>
          <a:p>
            <a:r>
              <a:t>  on ONE internet link; one server; one Availability Zone. Each is a single failure that stops it all.</a:t>
            </a:r>
          </a:p>
          <a:p>
            <a:r>
              <a:t>Misconception to pre-empt: "if I have several servers I have no SPOF." Not necessarily — several</a:t>
            </a:r>
          </a:p>
          <a:p>
            <a:r>
              <a:t>app servers sharing ONE database still have a SPOF; redundancy at one tier doesn't remove it at another.</a:t>
            </a:r>
          </a:p>
          <a:p>
            <a:r>
              <a:t>Question to pose: "Point at the single-AZ baseline — which one failure takes ALL of Ledgerline</a:t>
            </a:r>
          </a:p>
          <a:p>
            <a:r>
              <a:t>down?" (the single AZ, or the single database — previews the activity).</a:t>
            </a:r>
          </a:p>
          <a:p>
            <a:r>
              <a:t>UoC/AT3 tie: ICTCLD502 PC 2.2 (identify single points of failure — concept here, applied to the</a:t>
            </a:r>
          </a:p>
          <a:p>
            <a:r>
              <a:t>baseline in Topic 12) and KE 4/7/8.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the two recovery objectives precisely — students swap them constantly, and AT3 asks them to</a:t>
            </a:r>
          </a:p>
          <a:p>
            <a:r>
              <a:t>ESTIMATE both. Slow down and make each stick.</a:t>
            </a:r>
          </a:p>
          <a:p>
            <a:r>
              <a:t>• RTO (Recovery Time Objective) = the maximum DOWNTIME the business will tolerate — how long to get</a:t>
            </a:r>
          </a:p>
          <a:p>
            <a:r>
              <a:t>  back up. Think TIME.</a:t>
            </a:r>
          </a:p>
          <a:p>
            <a:r>
              <a:t>• RPO (Recovery Point Objective) = the maximum DATA LOSS the business will tolerate — how far back</a:t>
            </a:r>
          </a:p>
          <a:p>
            <a:r>
              <a:t>  your last good copy is. Think DATA.</a:t>
            </a:r>
          </a:p>
          <a:p>
            <a:r>
              <a:t>• Work the accent example live: backups every 15 min → RPO 15 min; recover three layers at 30 min</a:t>
            </a:r>
          </a:p>
          <a:p>
            <a:r>
              <a:t>  each + 1 h testing → RTO 2.5 h. Doing the arithmetic out loud is what makes it concrete.</a:t>
            </a:r>
          </a:p>
          <a:p>
            <a:r>
              <a:t>• Last bullet: why not set both to zero? COST — zero loss / zero downtime is extremely expensive;</a:t>
            </a:r>
          </a:p>
          <a:p>
            <a:r>
              <a:t>  you set objectives the business can afford (echoes the cost-of-nines theme).</a:t>
            </a:r>
          </a:p>
          <a:p>
            <a:r>
              <a:t>Misconception to pre-empt: RTO and RPO are the same, or "RPO is about time." No — RPO is measured</a:t>
            </a:r>
          </a:p>
          <a:p>
            <a:r>
              <a:t>in data (how much you'd lose); RTO is measured in time (how long you're down). Anchor: Point vs Time.</a:t>
            </a:r>
          </a:p>
          <a:p>
            <a:r>
              <a:t>Question to pose: "If YAT backs up nightly, how much accounting data could a mid-afternoon crash</a:t>
            </a:r>
          </a:p>
          <a:p>
            <a:r>
              <a:t>lose — and is that RPO or RTO?" (up to a day's data → RPO; forces the distinction).</a:t>
            </a:r>
          </a:p>
          <a:p>
            <a:r>
              <a:t>UoC/AT3 tie: ICTCLD502 PC 2.3 (estimate recovery objectives) — concept here; students estimate the</a:t>
            </a:r>
          </a:p>
          <a:p>
            <a:r>
              <a:t>baseline's RPO/RTO in Topic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 why the SCALING choice is an availability decision — the non-obvious point of this slide is</a:t>
            </a:r>
          </a:p>
          <a:p>
            <a:r>
              <a:t>that scaling up carries a downtime cost.</a:t>
            </a:r>
          </a:p>
          <a:p>
            <a:r>
              <a:t>• Define both plainly: vertical scaling = a BIGGER server (more CPU/RAM); horizontal scaling = MORE</a:t>
            </a:r>
          </a:p>
          <a:p>
            <a:r>
              <a:t>  servers. Same workload, two directions.</a:t>
            </a:r>
          </a:p>
          <a:p>
            <a:r>
              <a:t>• Accent line — the teaching point: vertical scaling usually needs a shutdown/restart and hits a</a:t>
            </a:r>
          </a:p>
          <a:p>
            <a:r>
              <a:t>  hardware CEILING, so it's an availability COST. You take the service down to grow it, and one day</a:t>
            </a:r>
          </a:p>
          <a:p>
            <a:r>
              <a:t>  you can't grow it further.</a:t>
            </a:r>
          </a:p>
          <a:p>
            <a:r>
              <a:t>• Last bullet: horizontal scaling is PREFERRED for availability (add servers with no outage);</a:t>
            </a:r>
          </a:p>
          <a:p>
            <a:r>
              <a:t>  mitigate an unavoidable vertical change via an overnight window, a standby switch, or hot-swap.</a:t>
            </a:r>
          </a:p>
          <a:p>
            <a:r>
              <a:t>Misconception to pre-empt: "scaling up is the easy, safe option." For availability it isn't —</a:t>
            </a:r>
          </a:p>
          <a:p>
            <a:r>
              <a:t>vertical scaling means downtime and a ceiling; horizontal adds capacity without an outage.</a:t>
            </a:r>
          </a:p>
          <a:p>
            <a:r>
              <a:t>Question to pose: "The Ledgerline database needs more grunt — resize the one box, or add servers?</a:t>
            </a:r>
          </a:p>
          <a:p>
            <a:r>
              <a:t>Which costs you availability, and how would you soften it?" (vertical = downtime; use a window/standby).</a:t>
            </a:r>
          </a:p>
          <a:p>
            <a:r>
              <a:t>UoC/AT3 tie: ICTCLD502 PC 2.4 (determine components that must scale vertically and the impact on</a:t>
            </a:r>
          </a:p>
          <a:p>
            <a:r>
              <a:t>availability) — concept here; applied to the baseline in Topic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2 practice, and it directly feeds Topic 12's design. Students work on</a:t>
            </a:r>
          </a:p>
          <a:p>
            <a:r>
              <a:t>the single-AZ Accounting baseline they'd be hardening. Have the baseline design open.</a:t>
            </a:r>
          </a:p>
          <a:p>
            <a:r>
              <a:t>Tell students: "Here's the single-AZ Accounting baseline you'll be making highly available. As the</a:t>
            </a:r>
          </a:p>
          <a:p>
            <a:r>
              <a:t>MTS consultant, find its weak points — where would ONE failure take the whole thing down?"</a:t>
            </a:r>
          </a:p>
          <a:p>
            <a:r>
              <a:t>Steps (put on the board):</a:t>
            </a:r>
          </a:p>
          <a:p>
            <a:r>
              <a:t>1. List its single points of failure — think through each tier: the AZ, the database, the running</a:t>
            </a:r>
          </a:p>
          <a:p>
            <a:r>
              <a:t>   instance, the egress/NAT path.</a:t>
            </a:r>
          </a:p>
          <a:p>
            <a:r>
              <a:t>2. Estimate the baseline's recovery objectives (RPO / RTO) and note where they fall short of the</a:t>
            </a:r>
          </a:p>
          <a:p>
            <a:r>
              <a:t>   99.5% business-hours target.</a:t>
            </a:r>
          </a:p>
          <a:p>
            <a:r>
              <a:t>Must produce: a written SPOF list plus a rough RPO/RTO estimate — KEEP it; Topic 12 designs these out.</a:t>
            </a:r>
          </a:p>
          <a:p>
            <a:r>
              <a:t>Timing: ~10 min then share. Where they get stuck: they stop at "the server" — prompt them tier by</a:t>
            </a:r>
          </a:p>
          <a:p>
            <a:r>
              <a:t>tier (network, compute, database, egress) so they find the single AZ and single RDS as the big ones.</a:t>
            </a:r>
          </a:p>
          <a:p>
            <a:r>
              <a:t>Share-back prompt: build a combined SPOF list on the board; flag which single failure is the most</a:t>
            </a:r>
          </a:p>
          <a:p>
            <a:r>
              <a:t>damaging (the AZ — it takes every tier at once).</a:t>
            </a:r>
          </a:p>
          <a:p>
            <a:r>
              <a:t>No-leakage note: this is practice on the Ledgerline/Accounting baseline; AT3 assesses the same SPOF</a:t>
            </a:r>
          </a:p>
          <a:p>
            <a:r>
              <a:t>analysis on the LMS system — comparable, not identical. Don't let them work the assessed system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Section 3 with the myth-buster — the mindset the whole HA toolkit rests on. Short slide, high</a:t>
            </a:r>
          </a:p>
          <a:p>
            <a:r>
              <a:t>leverage; give it weight.</a:t>
            </a:r>
          </a:p>
          <a:p>
            <a:r>
              <a:t>• First bullet, say it flatly: using the cloud does NOT make you highly available by itself.</a:t>
            </a:r>
          </a:p>
          <a:p>
            <a:r>
              <a:t>• Accent line — the real principle: YOU design redundancy — across compute, storage and network —</a:t>
            </a:r>
          </a:p>
          <a:p>
            <a:r>
              <a:t>  so no single failure takes the service down. HA is an act of design, not a property of the platform.</a:t>
            </a:r>
          </a:p>
          <a:p>
            <a:r>
              <a:t>• Third bullet closes the loop back to Section 2: a single-AZ cloud design has a SPOF just like an</a:t>
            </a:r>
          </a:p>
          <a:p>
            <a:r>
              <a:t>  on-prem one. The baseline is the proof.</a:t>
            </a:r>
          </a:p>
          <a:p>
            <a:r>
              <a:t>Misconception to pre-empt: "it's on AWS, so it's automatically resilient." No — the cloud gives you</a:t>
            </a:r>
          </a:p>
          <a:p>
            <a:r>
              <a:t>the TOOLS for redundancy; whether you're highly available depends on how you design with them.</a:t>
            </a:r>
          </a:p>
          <a:p>
            <a:r>
              <a:t>Question to pose: "The baseline runs entirely on AWS — so why isn't it already highly available?"</a:t>
            </a:r>
          </a:p>
          <a:p>
            <a:r>
              <a:t>(it's single-AZ; no redundancy was designed in — the platform doesn't add it for you).</a:t>
            </a:r>
          </a:p>
          <a:p>
            <a:r>
              <a:t>UoC/AT3 tie: underpins ICTCLD502 element 3 (design for HA); frames the toolkit slide next as the</a:t>
            </a:r>
          </a:p>
          <a:p>
            <a:r>
              <a:t>redundancy you deliberately design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workhorse slide of Section 3 — name the four mechanisms AT3 designs with. Recognition + role</a:t>
            </a:r>
          </a:p>
          <a:p>
            <a:r>
              <a:t>for each; the design work is Topic 12, so don't over-drill here.</a:t>
            </a:r>
          </a:p>
          <a:p>
            <a:r>
              <a:t>• Multi-AZ — run resources ACROSS Availability Zones so losing one AZ doesn't stop the service.</a:t>
            </a:r>
          </a:p>
          <a:p>
            <a:r>
              <a:t>  This is the headline move against the baseline's biggest SPOF.</a:t>
            </a:r>
          </a:p>
          <a:p>
            <a:r>
              <a:t>• Load balancing — spread traffic across servers AND route only to HEALTHY ones (health checks are</a:t>
            </a:r>
          </a:p>
          <a:p>
            <a:r>
              <a:t>  half the value, not just distribution).</a:t>
            </a:r>
          </a:p>
          <a:p>
            <a:r>
              <a:t>• Auto Scaling across AZs — keep healthy CAPACITY in each AZ; frame it as availability, not just</a:t>
            </a:r>
          </a:p>
          <a:p>
            <a:r>
              <a:t>  handling load — if an AZ's instances die, the ASG replaces them elsewhere.</a:t>
            </a:r>
          </a:p>
          <a:p>
            <a:r>
              <a:t>• Accent line — managed Multi-AZ databases: a SYNCHRONOUS standby with AUTOMATIC failover. And state</a:t>
            </a:r>
          </a:p>
          <a:p>
            <a:r>
              <a:t>  the ceiling out loud: Multi-Region / full DR is OUT of scope (that's CL2). CL1 HA = cross-AZ.</a:t>
            </a:r>
          </a:p>
          <a:p>
            <a:r>
              <a:t>Misconception to pre-empt: "load balancing and autoscaling are just for handling busy periods." Not</a:t>
            </a:r>
          </a:p>
          <a:p>
            <a:r>
              <a:t>only — across AZs they're availability mechanisms: they route around and replace failed capacity.</a:t>
            </a:r>
          </a:p>
          <a:p>
            <a:r>
              <a:t>Question to pose: "Match one to the baseline's single-AZ SPOF — which tool removes it?" (Multi-AZ /</a:t>
            </a:r>
          </a:p>
          <a:p>
            <a:r>
              <a:t>a second AZ — previews the match activity).</a:t>
            </a:r>
          </a:p>
          <a:p>
            <a:r>
              <a:t>UoC/AT3 tie: ICTCLD502 KE 4/7/8 and element 3 underpinning; this is the toolkit AT3 Part A designs with.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slide — walk the Multi-AZ database diagram; it's the mechanism students find most abstract,</a:t>
            </a:r>
          </a:p>
          <a:p>
            <a:r>
              <a:t>so narrate the failover story rather than reading bullets.</a:t>
            </a:r>
          </a:p>
          <a:p>
            <a:r>
              <a:t>• Trace the picture: a PRIMARY database in one AZ, a SYNCHRONOUS standby in ANOTHER AZ — every write</a:t>
            </a:r>
          </a:p>
          <a:p>
            <a:r>
              <a:t>  is copied to the standby in real time, so the standby is always current.</a:t>
            </a:r>
          </a:p>
          <a:p>
            <a:r>
              <a:t>• Second bullet is the payoff: if the primary (or its whole AZ) fails, the standby is PROMOTED</a:t>
            </a:r>
          </a:p>
          <a:p>
            <a:r>
              <a:t>  automatically — service continues with SECONDS of downtime, not hours. Automatic is the key word.</a:t>
            </a:r>
          </a:p>
          <a:p>
            <a:r>
              <a:t>• Accent line, the detail students miss: the application reaches the database BY NAME (an endpoint),</a:t>
            </a:r>
          </a:p>
          <a:p>
            <a:r>
              <a:t>  so failover needs NO app reconfiguration — the name now points at the promoted standby.</a:t>
            </a:r>
          </a:p>
          <a:p>
            <a:r>
              <a:t>Misconception to pre-empt: "the standby serves reads / shares the load." No — a Multi-AZ standby is</a:t>
            </a:r>
          </a:p>
          <a:p>
            <a:r>
              <a:t>for AVAILABILITY, not scaling; it sits idle until failover. (Read replicas are a different thing.)</a:t>
            </a:r>
          </a:p>
          <a:p>
            <a:r>
              <a:t>Question to pose: "The primary AZ dies mid-invoice-run — what does the app have to change to keep</a:t>
            </a:r>
          </a:p>
          <a:p>
            <a:r>
              <a:t>working?" (nothing — it connects by name; the endpoint follows the promoted standby).</a:t>
            </a:r>
          </a:p>
          <a:p>
            <a:r>
              <a:t>UoC/AT3 tie: ICTCLD502 KE 4/7/8; the Multi-AZ database is the mechanism that removes the baseline's</a:t>
            </a:r>
          </a:p>
          <a:p>
            <a:r>
              <a:t>single-database SPOF in the AT3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Section 3 practice, and the shape of the Topic 12 design in miniature. Students</a:t>
            </a:r>
          </a:p>
          <a:p>
            <a:r>
              <a:t>pair each baseline SPOF from the earlier activity with its cloud fix. Have their SPOF list to hand.</a:t>
            </a:r>
          </a:p>
          <a:p>
            <a:r>
              <a:t>Tell students: "For each single point of failure you found in the baseline, name the ONE cloud</a:t>
            </a:r>
          </a:p>
          <a:p>
            <a:r>
              <a:t>mechanism that removes it. This is exactly the design you'll produce in full in Topic 12."</a:t>
            </a:r>
          </a:p>
          <a:p>
            <a:r>
              <a:t>Steps (put up):</a:t>
            </a:r>
          </a:p>
          <a:p>
            <a:r>
              <a:t>1. Work the four: single AZ → ?  ·  single database → ?  ·  single running instance → ?  ·  single</a:t>
            </a:r>
          </a:p>
          <a:p>
            <a:r>
              <a:t>   NAT gateway → ?</a:t>
            </a:r>
          </a:p>
          <a:p>
            <a:r>
              <a:t>2. For each, say WHY that mechanism removes the SPOF (not just the label).</a:t>
            </a:r>
          </a:p>
          <a:p>
            <a:r>
              <a:t>Answers to reveal: a second AZ · a Multi-AZ database · an ASG across AZs · a NAT gateway per AZ.</a:t>
            </a:r>
          </a:p>
          <a:p>
            <a:r>
              <a:t>Must produce: four matched SPOF→mechanism pairs, each with a one-line why.</a:t>
            </a:r>
          </a:p>
          <a:p>
            <a:r>
              <a:t>Timing: ~10 min then reveal. Where they get stuck: the NAT gateway (they forget egress is a SPOF</a:t>
            </a:r>
          </a:p>
          <a:p>
            <a:r>
              <a:t>too) and conflating "ASG for load" with "ASG for availability" — clarify it's per-AZ healthy capacity.</a:t>
            </a:r>
          </a:p>
          <a:p>
            <a:r>
              <a:t>Share-back prompt: read a SPOF, take the mechanism from the room, confirm the reasoning — then note</a:t>
            </a:r>
          </a:p>
          <a:p>
            <a:r>
              <a:t>that stitched together, these four ARE the HA design they build in Topic 12.</a:t>
            </a:r>
          </a:p>
          <a:p>
            <a:r>
              <a:t>No-leakage note: practice on the Accounting baseline; AT3 assesses this design skill on the LMS</a:t>
            </a:r>
          </a:p>
          <a:p>
            <a:r>
              <a:t>system — comparable, not identical. Keep them on Ledgerline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11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HA concepts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What high availability is — and how the cloud achieves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Making the baseline highly available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AT3 arc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AT2 built a working single-AZ baseline. AT3 makes it highly available — resilient to losing an Availability Zone.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Topic 11 is the concepts; Topic 12 you design the upgrade; Topic 13 you implement + simulate; Topic 14 you close out.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This Topic builds the vocabulary — availability, fault tolerance, SPOFs, recovery objectives — and the cloud toolkit.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Availability, reliability &amp; service levels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'highly available' 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high availability?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High availability = a system stays operational and accessible with minimal downtime, even if parts fail.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Availability is a percentage, and it maps to downtime: 99% ≈ 7 hours/month offline; 99.999% ≈ 26 seconds/month.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More nines costs a lot more — often 2–5× — and isn't always achievable.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Reliability &amp; service levels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 = how consistently a service works correctly (availability only means it's online).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service level is a performance target (availability, response time).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A Service Level Agreement (SLA) sets the minimum service level — miss it and credits/penalties apply.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YAT's availability target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Ledgerline needs ≥ 99.5% availability in business hours (Mon–Fri ~07:30–18:00) — there's no 24/7 requirement.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The HA goal is to survive the loss of an Availability Zone — not to chase 99.999%.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Five-nines would multiply the cost for resilience this business-hours workload doesn't need.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target to the business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Quick discussion: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why does 99.5% business-hours fit Ledgerline, and what downtime does it allow?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when would chasing five-nines be the wrong call — and why?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HA = stay operational with minimal downtime despite failures.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Availability % maps to real downtime; more nines costs 2–5× more.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Reliability (works correctly) is more than availability (online); SLAs set the minimum.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YAT's target is 99.5% business-hours and AZ resilience — not five-nines.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Single points of failure &amp; recovery objectives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where it breaks, and how fast you recover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is a single point of failure?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 point of failure (SPOF) is any component whose failure stops the whole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Like a car's engine — one failure and nothing moves.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In IT: many app servers all on one database; a whole office on one internet link; one server, one Availability Zone.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Recovery objectives — RTO &amp; RPO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RTO (Recovery Time Objective) = the maximum downtime the business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RPO (Recovery Point Objective) = the maximum data loss it will tolerate.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Worked example: backups every 15 min → RPO 15 min; recover 3 layers at 30 min each + 1 h testing → RTO 2.5 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Why not set both to zero? Cost — zero loss / zero downtime is extremely expensive.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Vertical scaling and its availability cost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Evaluating availability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Vertical scaling = a bigger server (more CPU/RAM); horizontal scaling = more servers.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Vertical scaling usually needs a shutdown/restart and hits a ceiling — so it's an availability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Horizontal scaling is preferred for availability; mitigate vertical changes via an overnight window, a standby switch, or hot-swap.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Spot the SPOFs in the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Look at the single-AZ Accounting baseline you'd be hardening: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list its single points of failure (think: AZ, database, the running instance, egress)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estimate the baseline's recovery objectives (RPO / RTO) and where they fall short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Keep your list — Topic 12 designs these 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SPOFs &amp; recovery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SPOF is any component whose failure stops the whole service.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RTO = tolerable downtime; RPO = tolerable data loss; zero costs the most.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carries downtime + a ceiling — horizontal scaling aids availability.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baseline's single AZ and single database are its key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Achieving availability in the cloud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HA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Built-in vs designed fault tolerance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Using the cloud does not make you highly available by itself.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You design redundancy — across compute, storage and network — so no single failure takes the service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single-AZ cloud design has a SPOF just like an on-prem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cloud HA toolkit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Multi-AZ — run resources across Availability Zones so the loss of one AZ doesn't stop the service.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Load balancing — spread traffic across servers; route only to healthy ones.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Auto Scaling across AZs — keep healthy capacity in each AZ (availability, not just load).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Managed Multi-AZ databases — a synchronous standby with automatic failover. (Multi-Region / full DR is out of scope — CL2.)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Multi-AZ in action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ICTCLD502 · HA requirements · ACA M10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 Multi-AZ database keeps a primary in one AZ and a synchronous standby in another.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If the primary (or its AZ) fails, the standby is promoted automatically — service continues with seconds of downtime.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The application reaches the database by name, so nothing needs reconfiguring.</a:t>
            </a:r>
          </a:p>
        </p:txBody>
      </p:sp>
      <p:pic>
        <p:nvPicPr>
          <p:cNvPr id="5" name="Picture 4" descr="multi-az-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1189" y="1783080"/>
            <a:ext cx="2619862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Match the mechanism to the SPOF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For each SPOF you found in the baseline, name the cloud mechanism that removes it: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single AZ → ?  ·  single database → ?  ·  single running instance → ?  ·  single NAT gateway → ?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(Answers: a second AZ · Multi-AZ database · an ASG across AZs · a NAT gateway per AZ.)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is the shape of the design you'll produce in Topic 12.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Cloud HA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doesn't give you HA — you design redundancy across the tiers.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toolkit: Multi-AZ, load balancing, auto-scaling across AZs, Multi-AZ databases.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Multi-AZ databases fail over automatically — seconds of downtime, no app change.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Each baseline SPOF maps to a mechanism — that's your HA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11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High availability = stay up despite failure; availability % ↔ downtime and cost.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SPOFs and RTO/RPO are how you reason about availability.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Vertical scaling costs availability; horizontal scaling and redundancy buy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 cloud HA toolkit (Multi-AZ, LB, autoscaling, Multi-AZ DB) removes SPOFs.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Next you'll use this to DESIGN the HA upgrade yourself.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12 — HA design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design the HA upgrade for the Accounting baseline — review it, remove its SPOFs, set recovery objectives, and document the design.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produce the design; the requirements and the baseline are your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