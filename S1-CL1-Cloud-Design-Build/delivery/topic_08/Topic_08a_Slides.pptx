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08a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workload tier — compute &amp; elasticity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Launch the application server, give it storage, and put it behind a load balancer that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Filling the network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workload moves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Topic 7 laid the network; now the workload goes inside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8a — compute + elasticity (this deck); 8b — the managed database + storage.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Still building the supplied design, still capturing evidence as you go.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every AWS build task: watch the recorded demo, then do it yourself.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Compute — the application server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EC2 + EBS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server is — and a virtual one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server is a computer that runs your application for others to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Its size is four dimensions: CPU (processing), memory (RAM), disk (storage), network bandwidth.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A virtual machine (VM) is a software-defined server — you rent one and size it to the workload.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Amazon EC2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ACF M06 S10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Amazon EC2 provides resizable virtual machines — called instances — in the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get full control of the guest OS (Windows or Linux).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launch an instance from an Amazon Machine Image (AMI) into a subnet, ready in minutes.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You control traffic to and from it with security groups.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Launching an instance — the key choices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ACF M06 S11–S26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AMI — the template (OS + any pre-installed software).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Instance type — family.generation.size (e.g. m6i.large) sets CPU / RAM / storage / network.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Network — which VPC and subnet; IAM role — an instance profile so the app can call AWS services.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User data — a first-boot script; storage — root + data volumes; tags; security group; key pair.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Storage on the instance — EBS (block)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primer + AWS · ACF M06 S22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Block storage = a virtual disk attached to one instance (like a drive in a PC).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Amazon EBS is durable block storage — stop and start the instance and the data is still there.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(Instance store is ephemeral — it's lost when the instance stops.)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gp3 SSD volumes; you can resize or change type without downtime.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compute you'll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supplied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EC2 Windows Server 2016 (m6i.large*, a C1 implementer decision), in private-app-a, no public IP.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instance role grants it access to RDS, S3 and CloudWatch — no stored keys.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EBS: gp3 root 80 GB + a gp3 data volume (footprint + 12-month growth + headroom).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Attach sg-app; tag per the naming standard. (*= implementer decision.)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Launch an EC2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Use the Launch Instance Wizard: choose the AMI and instance type.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Set the network (VPC/subnet), IAM role, storage volumes, tags and security group.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Launch, then view the instance, its volumes and monitoring.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Resize the instance type / root volume to see how it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(ACF M06 · EC2 (S35))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Launch the Ledgerline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the lab, per the supplied design, launch the application server: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AMI Windows Server 2016; instance type per the design; into private-app-a (no public IP)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attach the instance role + sg-app; add the gp3 data volume; tag it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700" b="1" i="0">
                <a:solidFill>
                  <a:srgbClr val="92268F"/>
                </a:solidFill>
                <a:latin typeface="Roboto"/>
              </a:rPr>
              <a:t>Capture named evidence — the instance, its volumes, the Region.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EC2 = a resizable virtual machine, launched from an AMI into your subnet.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instance type sets CPU / RAM / storage / network — size it to the workload.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EBS = durable block storage attached to the instance (survives stop/start).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 to the supplied design; no public IP; capture evidence as you go.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Elasticity — load balancing &amp; scaling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ALB + Auto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Load balancing &amp; scaling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primer + AWS · ACA M10 S19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load balancer spreads incoming traffic across several instances and checks their health.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Elasticity = the infrastructure grows and shrinks as demand changes.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2400" b="1" i="0">
                <a:solidFill>
                  <a:srgbClr val="27B5CE"/>
                </a:solidFill>
                <a:latin typeface="Roboto"/>
              </a:rPr>
              <a:t>Vertical scaling = replace with a bigger instance; horizontal scaling = add more instances.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Horizontal scaling is the cloud way — and the basis of high availability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Application Load Balancer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ACA M07 / M10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 ALB receives requests on a listener (here HTTPS:443).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It forwards them to a target group and routes only to healthy targets (health checks).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7B5CE"/>
                </a:solidFill>
                <a:latin typeface="Roboto"/>
              </a:rPr>
              <a:t>It can be internet-facing or internal (this design is internal — staff over the VPN).</a:t>
            </a:r>
          </a:p>
        </p:txBody>
      </p:sp>
      <p:pic>
        <p:nvPicPr>
          <p:cNvPr id="5" name="Picture 4" descr="alb-target-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2064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Auto Scaling groups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ACA M10 S20–S24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 Auto Scaling group (ASG) manages a fleet of instances from a launch template.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Capacity settings: minimum / desired / maximum; it replaces unhealthy instances automatically.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Scaling policies — scheduled, dynamic (target-tracking), or step — adjust capacity.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7B5CE"/>
                </a:solidFill>
                <a:latin typeface="Roboto"/>
              </a:rPr>
              <a:t>It integrates with the ALB's health checks across Availability Zones.</a:t>
            </a:r>
          </a:p>
        </p:txBody>
      </p:sp>
      <p:pic>
        <p:nvPicPr>
          <p:cNvPr id="5" name="Picture 4" descr="08-asg-horizontal-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58448"/>
            <a:ext cx="5120640" cy="2472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elasticity you'll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supplied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Internal ALB, HTTPS:443 listener → a target group of the Ledgerline instances.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Auto Scaling Group: min 1 / desired 1 / max 2; target-tracking on CPU at 70%; 300 s cooldown.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Health checks: ELB + EC2 — an unhealthy instance is replaced.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2400" b="1" i="0">
                <a:solidFill>
                  <a:srgbClr val="27B5CE"/>
                </a:solidFill>
                <a:latin typeface="Roboto"/>
              </a:rPr>
              <a:t>This is baseline elasticity, single-AZ — cross-AZ resilience (HA) comes in AT3.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Create an Auto Scaling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 launch template and an Auto Scaling group with min / desired / max.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Attach a target-tracking scaling policy (e.g. keep average CPU near a target).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Watch the group launch and register instances with the load balancer.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(ACA M10 · Scaling policies (S26))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Behind the ALB + ASG — then test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the lab, per the design: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create the internal ALB + target group + HTTPS:443 listener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create the launch template + ASG (min 1 / max 2, target-tracking CPU 70%)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7B5CE"/>
                </a:solidFill>
                <a:latin typeface="Roboto"/>
              </a:rPr>
              <a:t>Test scaling: drive the metric (or change desired capacity), watch it scale out then in; fix any errors.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Capture evidence — the ALB, target health, the ASG, and the scaling event.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Elasticity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load balancer spreads traffic and routes only to healthy targets.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Auto Scaling group scales horizontally between min and max on a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Test that it scales and self-heals — that's PC evidence, not an optional extra.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Baseline here is single-AZ; cross-AZ high availability is AT3.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EDAB0C"/>
                </a:solidFill>
                <a:latin typeface="Roboto"/>
              </a:rPr>
              <a:t>Topic 8a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EC2 is a virtual machine launched from an AMI; the instance type sizes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EBS gives the instance durable block storage.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Application Load Balancer spreads load and health-checks the targets.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Auto Scaling group scales horizontally to a policy and replaces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 to the supplied design, test the scaling, and evidence everything.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8b — the data tier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managed database (Amazon RDS) and object / archive storage (Amazon S3 + Glacier) — the data the application relies on.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Bring your evidence 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