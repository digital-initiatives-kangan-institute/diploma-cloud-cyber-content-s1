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10, including its decision box. Two reliable stumbles: the</a:t>
            </a:r>
          </a:p>
          <a:p>
            <a:r>
              <a:t>security group left unset (the servers come up unreachable much later), and the first-boot script</a:t>
            </a:r>
          </a:p>
          <a:p>
            <a:r>
              <a:t>pasted without its first line. Push the justification past "it's cheaper" to the workload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tasks 11–12. The console will add a default security group to the</a:t>
            </a:r>
          </a:p>
          <a:p>
            <a:r>
              <a:t>balancer — it has to be removed and replaced with the one they built. Nothing is healthy yet;</a:t>
            </a:r>
          </a:p>
          <a:p>
            <a:r>
              <a:t>there are no servers. Say so, or they will think it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13. The load-balancer step defaults to "no load balancer" and is</a:t>
            </a:r>
          </a:p>
          <a:p>
            <a:r>
              <a:t>the single most-skipped page in the whole run sheet — call it out before they start.</a:t>
            </a:r>
          </a:p>
          <a:p>
            <a:r>
              <a:t>A server should appear within a couple of minutes; have them watch the Activity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08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The application tier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Something to run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workload moves 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network is built and the rules are written. Today the workload moves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define what a server is, put something in front of it, and hand over how many there are.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will also make the first of the run sheet's two real decisions — and have to defend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Defining a server, once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 definition, not a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server is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four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server is a computer that runs your application for other people to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Its size is four things at once: processing, memory, disk, and network throughput.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virtual machine is a software-defined server — you rent one and size it to the workload rather than buying a box.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Launching a server — the choices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image · size · disk · permission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Machine image — the template the server starts from: an operating system, and anything pre-installed on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Instance type — the named size that sets processing, memory and network together.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Storage — the disk attached to the server: durable block storage that survives a stop and start.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Role, security group, first-boot script — permission, firewall, and what it configures itself with when it starts.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Two kinds of storage, and which one this is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drive, or a file 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Disk storage — a volume attached to one server, which the operating system treats as a drive. It is what an operating system boots from and what a database writes to.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Object storage — whole files kept by name and fetched over the network. Effectively unlimited, cheaper at scale, and able to age old files off to a cheap archive tier.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Nothing mounts object storage like a drive, and nothing runs an operating system from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You are attaching disk storage here, in two places — the server's own volumes, and later the storage behind the database. Both are disks.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Object storage would be the right answer for something else: uploads, attachments, backups kept off the machine that made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Configuring at boot, not by hand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identical every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first-boot script runs once, the first time a server starts, and installs and configures what it needs.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means every server comes up identical, whether the platform builds one or ten.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alternative — logging in and setting each one up — cannot survive a platform that creates servers on its 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Why you build a template and not a server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definition is the artefact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are not launching a server today. You are writing the definition one is built from.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Something else will create the servers from it, on demand, without anyone touching the console.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the template carries no subnet — whatever creates the servers decides where they go.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Nothing gets configured on a running server by hand. If it did, the next server would not have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Making a choice you can defend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name what you rejected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"I chose this one" is not a justification. Neither is "it is best practice".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justification has four parts: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state what you chose · the facts about this workload that bear on it · weigh the trade-off · name the option you rejected and why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rejected option is what most people leave out, and it is what proves the choice was a judgement rather than a default.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Both of the run sheet's decisions ask for it explicitly. This is the first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launch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10.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Build the template to the settings your run sheet gives, including the role you noted last topic and the first-boot script exactly as written.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Then make the sizing decision: choose, name the option you did not choose, and justify it against what this workload actually has to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server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server is sized in four dimensions; the instance type sets them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first-boot script makes every server identical.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 wrote a definition, not a machine — nothing is configured by hand.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defensible choice names the option you rejected.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Putting something in front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one address, many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load balancer does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front door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It takes traffic on one address and spreads it across however many servers are running.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It health-checks each one and sends traffic only to those passing.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So servers can come and go without anyone re-pointing anything.</a:t>
            </a:r>
          </a:p>
        </p:txBody>
      </p:sp>
      <p:pic>
        <p:nvPicPr>
          <p:cNvPr id="5" name="Picture 4" descr="alb-target-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2064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Listeners and target groups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answer here, forward there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listener is the port the balancer answers on, and what it forwards to.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target group is the list of servers it forwards to, plus the health check that decides which of them are fit to receive traffic.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create the target group empty. You do not register servers by hand — whatever creates them will register them for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Internet-facing or internal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who is meant to reach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balancer is either reachable from the internet or only from inside the network.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Which one is a design decision about who the users are and how they arrive.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run sheet states which. Build that.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Why it needs two zones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balancer spans; the workload may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load balancer will not create unless you give it subnets in two availability zones.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requirement that put the extra subnets in your network back in Topic 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does not mean your workload is spread across two zones. It means the balancer 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Hold that distinction. It is exactly the trap the availability work opens with.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target group and the load 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tasks 11 and 12.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target group, registering nothing. Then create the balancer across the subnets your run sheet names, with its listener forwarding to that target group.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load balancer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One address in front, health-checked servers behind.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listener answers; the target group receives.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It requires two zones — which is not the same as the workload having two.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Letting the platform manage capacity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how many, decided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Scaling in two directions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bigger, or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Vertical — replace what you have with something bigger. There is a ceiling, and usually a restart.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Horizontal — add more of the same alongside what is already running. No outage, and no ceiling worth worrying about.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Horizontal is the cloud pattern, and it is the foundation everything in AT3 is built on.</a:t>
            </a:r>
          </a:p>
        </p:txBody>
      </p:sp>
      <p:pic>
        <p:nvPicPr>
          <p:cNvPr id="5" name="Picture 4" descr="08-asg-horizontal-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58448"/>
            <a:ext cx="5120640" cy="2472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scaling group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it builds them, it replaces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creates and removes servers from your launch template, and registers them with the target group.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Minimum, desired, maximum: minimum and maximum are the guard-rails, desired is where it sits now.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replaces a server that fails its health check without anyone being paged. It is self-healing as much as it is scaling.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policy that moves capacity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hold this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target-tracking policy names a metric and a value to hold it near, and the group adds or removes servers to keep it there.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Set the guard-rails from what the workload needs; set the target value from what you want the servers doing.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Health-check type matters: checking with the load balancer means "is it serving?", not merely "is it running?".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scaling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13.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group from your template, into the subnet your run sheet names, attached to your target group with load-balancer health checks on, then set the capacity numbers and the scaling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Horizontal scaling adds servers without an outage; vertical replaces with a bigger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group builds from the template, registers with the target group, and replaces failures.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policy holds a metric near a value between the guard-rails.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the data tier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application tier is running and scaling. It has nowhere to keep anything.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a managed database, and the alarms that tell you when any of this stops 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