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08b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The workload tier — data &amp; storage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Provision the managed database, and the object &amp; archive storage the application relies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data tier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compute is built — now the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8a launched the compute and put it behind a scaling load balancer.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800" b="1" i="0">
                <a:solidFill>
                  <a:srgbClr val="92268F"/>
                </a:solidFill>
                <a:latin typeface="Roboto"/>
              </a:rPr>
              <a:t>8b adds the data: a managed database (Amazon RDS) and object/archive storage (Amazon S3 + Glacier).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Still building the supplied design, still capturing evidence.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Watch the recorded demo, then do it yourself.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The managed database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Amazon 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Databases, and who runs them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fundamentals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relational database stores structured data in tables, queried with SQL.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Someone must run it: install + patch the OS and database, take backups, secure it, scale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800" b="1" i="0">
                <a:solidFill>
                  <a:srgbClr val="92268F"/>
                </a:solidFill>
                <a:latin typeface="Roboto"/>
              </a:rPr>
              <a:t>Self-hosted = you do all of that (e.g. on an EC2 instance). Managed = the cloud provider does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Self-hosted vs managed — EC2 vs RDS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ACF M08 S6–S10 · M06 S44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Run it yourself on EC2: full control of the engine and OS — but you own all the admin work.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800" b="1" i="0">
                <a:solidFill>
                  <a:srgbClr val="92268F"/>
                </a:solidFill>
                <a:latin typeface="Roboto"/>
              </a:rPr>
              <a:t>Amazon RDS is a managed service: AWS handles OS/database install + patching, automated backups, scaling and availability.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You keep responsibility for application optimisation and your data.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Trade-off: control vs effort — choose managed unless you need engine-level control.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Amazon RDS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ACF M08 S8–S29 · ACA M06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RDS sets up and operates a relational database in the cloud; engines include Microsoft SQL Server.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DB instance has an instance class (CPU/memory/network) and storage (gp3 SSD / provisioned IOPS).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It runs in your VPC; automated backups give point-in-time restore; encryption at rest is available.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800" b="1" i="0">
                <a:solidFill>
                  <a:srgbClr val="92268F"/>
                </a:solidFill>
                <a:latin typeface="Roboto"/>
              </a:rPr>
              <a:t>Multi-AZ gives a standby in another AZ for high availability — named here, but deferred to AT3.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database you'll build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supplied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Amazon RDS for SQL Server, Standard edition (preserves the existing engine + data).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Instance class db.m6i.large* (C2 decision); gp3 storage ~22 GB + growth; in private-data-a, sg-db, not public.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Multi-AZ off at baseline; KMS encryption on; automated backups + tx-log backups to RPO ≤ 1 hour.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800" b="1" i="0">
                <a:solidFill>
                  <a:srgbClr val="92268F"/>
                </a:solidFill>
                <a:latin typeface="Roboto"/>
              </a:rPr>
              <a:t>MTS provisions an EMPTY instance — schema and data migration are YAT ICT's responsibility. (*= implementer; licence model = C3.)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Provision an RDS database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a DB subnet group and the database security group.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Launch an RDS DB instance: choose the engine, instance class, storage and backup settings.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Connect to the database from the application tier to confirm it's reachable.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(ACF M08 · RDS console (S22) + ACA M06 · backups (S37))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Provision the Ledgerline database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the lab, per the design, provision the database: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RDS for SQL Server (class + storage per the design); in private-data-a with sg-db; not public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enable automated backups + KMS encryption; leave Multi-AZ off (baseline)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700" b="1" i="0">
                <a:solidFill>
                  <a:srgbClr val="92268F"/>
                </a:solidFill>
                <a:latin typeface="Roboto"/>
              </a:rPr>
              <a:t>Test app → database connectivity (completes the Topic 7 connectivity test) and fix any errors.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Capture evidence — the instance, its network/SG, backup + encryption settings.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Managed database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 managed database (RDS) offloads OS/engine patching, backups, scaling and availability.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Place it in a private subnet, lock it to the app's security group, encrypt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MTS delivers an empty instance — schema and data are the customer's job.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Multi-AZ is the HA option — deferred to AT3; baseline is single-AZ.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Object &amp; archive storage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Amazon S3 + Glacier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Block vs object vs archive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primer + AWS · ACF M07 S7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Block storage = a virtual disk attached to one instance (EBS) — change one block of a file.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7B5CE"/>
                </a:solidFill>
                <a:latin typeface="Roboto"/>
              </a:rPr>
              <a:t>Object storage = whole files (objects) + metadata, reached by API, virtually unlimited (S3).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Archive storage = very cheap, slow to retrieve, for long-term retention (Glacier).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Match the storage to the job — performance and cost both depend on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Amazon S3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ACF M07 S22–S34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S3 stores objects in buckets; virtually unlimited; designed for 11 9s of durability.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Buckets are Region-scoped and globally-unique-named; access is granular (IAM + bucket settings).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7B5CE"/>
                </a:solidFill>
                <a:latin typeface="Roboto"/>
              </a:rPr>
              <a:t>Block public access, encrypt (SSE), and enable versioning to protect objects.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Common uses: backups, application assets, document stores.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Lifecycle to Glacier — retention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ACF M07 S44–S50 · ACA M04 S36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Amazon S3 Glacier is extremely low-cost archive storage; retrieval takes minutes to hours.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7B5CE"/>
                </a:solidFill>
                <a:latin typeface="Roboto"/>
              </a:rPr>
              <a:t>A lifecycle rule transitions objects from S3 to Glacier by age — automatic, cheaper over time.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Object Lock enforces write-once retention — for records that must not be altered or deleted.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This is how the design meets the 7-year financial-records retention.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storage you'll build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supplied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Documents bucket — scanned invoices / POs / supporting docs; lifecycle to Glacier for the 7-year hold.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Backups bucket — off-instance SQL backup exports and file snapshots.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7B5CE"/>
                </a:solidFill>
                <a:latin typeface="Roboto"/>
              </a:rPr>
              <a:t>Both buckets: block all public access; SSE(-KMS) encryption; versioning on; access logging.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Object Lock considered for the financial-records hold.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S3 buckets, versioning &amp;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a bucket; block public access; enable encryption and versioning.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Add a lifecycle rule to transition objects to Glacier after an age threshold.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(Glacier is the archive tier the lifecycle rule targets.)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(ACA M04 · S3 lifecycle (S36) + versioning (S43) · ACF M07 S35/S55)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Create the buckets per the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the lab, per the design, create the storage: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the Documents bucket and the Backups bucket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block public access; enable SSE encryption + versioning + access logging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add the lifecycle rule transitioning Documents objects to Glacier (7-year retention)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7B5CE"/>
                </a:solidFill>
                <a:latin typeface="Roboto"/>
              </a:rPr>
              <a:t>Capture evidence — bucket settings, encryption, versioning, the lifecycle rule.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Object &amp; archive storage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S3 is durable object storage in buckets; block public access, encrypt, version.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Lifecycle rules move objects to Glacier to meet long retention cheaply.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Object Lock enforces write-once retention for financial records.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Build the buckets to the design and evidence the settings.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EDAB0C"/>
                </a:solidFill>
                <a:latin typeface="Roboto"/>
              </a:rPr>
              <a:t>Topic 8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whole workload tier now lives in the Topic 7 network: compute, elasticity, database, storage.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EC2 + EBS run the app; the ALB + ASG make it scale and self-heal.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RDS gives a managed database; S3 + Glacier give durable object &amp; archive storage.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Everything is built to the supplied design, tested, and evidenced.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69864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769864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769864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Single-AZ baseline throughout — high availability is the AT3 story.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9 — operability &amp; justification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Monitoring the build with CloudWatch, validating it works, and justifying the configuration decisions against the workload.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Bring your evidence log — Topic 10 turns it into the Deployment Report.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