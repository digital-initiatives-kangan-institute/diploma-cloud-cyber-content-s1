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decision &amp; the plan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From evidence to a recommendation a board can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evidence to decision and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now you 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You've built the evidence (Topic 3). Now you do what a consultant is paid for: make the call.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Three moves: prioritise → recommend → plan it, then ask for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are the last sections of the business case — after this, the written case is complete.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approves a clear recommendation, a credible plan, and a specific ask. Give them all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Recommendation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analysis to advice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advice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Evaluation tells you what the options are worth; a recommendation says what to do.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turn from analyst to advisor — you stop weighing and start advising.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 board wants a clear call, backed by the evidence you've already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Prioritise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recommending, rank the proposed changes (from your gap analysis): what matters most, what's urgent, what can wait.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lens: impact (against the objectives) versus effort / urgency.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Prioritisation makes the plan sequenceable — and shows you're not boiling the ocean.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 the recommended option plainly — no hedging.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Justify it straight from the evidence: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CBA result (cost over the horizon)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risk / impact comparison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with the strategic objectives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Name the trade-off you're accepting — a recommendation with no downside isn't trusted.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strong recommendation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Decisive — one clear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Evidence-linked — every reason traces to your CBA / risk / strategy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Honest — names the trade-off and why it's acceptable.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Actionable — leads naturally into the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Recommendation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Prioritise your proposed changes (from your gap analysis).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recommended option plainly.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Justify it from your CBA + risk + strategic alignment — cite your own earlier sections.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the trade-off you're accepting.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Recommend, don't re-argue — point at the evidence you already built.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Prioritise the changes, then recommend — impact vs effort/urgency.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clear option; justify it straight from the evidence; name the trade-off.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recommendation is the hinge between the evidence and the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Action plan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how and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the action plan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recommendation says what and why; the action plan says how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a “yes” into execution the organisation can actually run.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And it proves the recommendation is feasible.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parts of an action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five parts (becomes the Action Plan section)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Prioritised changes — what gets done, in priority order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schedule — phases / sequence / timeframe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Standards, targets &amp; success metrics — how you'll know it worked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methods — how each change is delivered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with the change-management procedure — routing through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Sequencing &amp; the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Order the work by priority and dependency (you can't migrate data before the target exists).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Group into phases with a realistic timeframe.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Board-level — phases and milestones, not a day-by-day Gantt. Show the critical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Standards, targets &amp; 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Hold the work to the industry standards (Well-Architected, ISO 27017, Essential Eight, ITIL).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measurable targets: availability, recovery, cutover with no data loss, budget adherence.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Targets make the plan accountable — they define “done well”.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Align to the change-management procedure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Real change runs through governance.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the high-risk steps (e.g. cutover) to the change-management procedure: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change request → risk assessment → approval → change window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This is what separates a consultant's plan from a wish-list.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Action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Action Plan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Include all five parts: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prioritised changes · implementation schedule (phases)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standards, targets &amp; success metrics · implementation methods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alignment with the change-management procedure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Board-level — phases, milestones and metrics, not a day-by-day task list.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Action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plan turns the recommendation into executable phases.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Five parts: prioritised changes · schedule · standards/targets/metrics · methods · change-mgmt alignment.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Board-level detail; route high-risk steps through governance; make it measurable.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decision requested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the “yes” easy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Close with a clear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business case that doesn't ask for anything gets “noted”, not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final section makes the decision easy: state exactly what you want approved,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ask for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 specific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action plan as the roadmap.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Authorise the budget envelope (the figure from your CBA).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List the next steps; defer the high-risk gates to their change-management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ask should be answerable with a single “approved”.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Next Steps &amp; the Decision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Next Steps and Decision Requested section for the Accounting System — completing the written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specific decisions you're asking the board to make (option, plan, budget).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the immediate next steps.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how the high-risk steps route through the change-management procedure.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A specific, answerable ask — name the option, the plan, and the budget figure.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The decision requested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End with a specific, answerable ask: approve option + plan + budget.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Defer high-risk gates to their change-management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written business case is now complete — diagnosis, evidence, decision and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The case is written — now make it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completed the written business case: diagnosis → evidence → decision &amp; plan.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Recommendation, action plan and a clear ask — everything a board needs to say yes.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 written case only persuades if it's also delivered well.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present it — pitch the case to the board and handle the 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