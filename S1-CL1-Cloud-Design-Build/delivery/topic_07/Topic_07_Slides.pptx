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Network &amp; security base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Build the network tier — the VPC your workload lives in, the rules around it, and how it's found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Continuing the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foundation done — now the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Topic 6 set the foundation: the account, identity, and the shared-responsibility 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Now you build the network the workload sits inside.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Three parts: the virtual network (VPC + subnets), traffic control (security groups), and name resolution (DNS).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Still working to the supplied design — and still capturing evidence as you go.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every AWS build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Virtual network &amp; subnets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fabric your workload lives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Networking, the essentials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S5–S9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network connects machines so they can share resources; it can be split into smaller pieces called subnets.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Every machine has an IP address — a unique numeric label (e.g. 10.0.0.17).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A CIDR block describes a range of addresses: 10.0.0.0/16 — the /number says how many bits are fixed.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Traffic moves between networks through routers / gateways.</a:t>
            </a:r>
          </a:p>
        </p:txBody>
      </p:sp>
      <p:pic>
        <p:nvPicPr>
          <p:cNvPr id="5" name="Picture 4" descr="07-ip-cid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62619"/>
            <a:ext cx="5120640" cy="18642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VPC — your private network in AWS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S11 · ACA M07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VPC is a logically isolated section of AWS that you define — your own virtual network.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 belongs to one Region and can span Availability Zones; you size it with a CIDR block (largest /16, smallest /28; you can't change it later).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You divide the VPC into subnets — each in one AZ, classified public or private.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Routing: gateways &amp; route tables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S12–S16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route table holds rules that direct a subnet's traffic; every table has a built-in local route for inside-the-VPC traffic.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Public subnet → an Internet Gateway (a 0.0.0.0/0 route to the IGW) gives direct internet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Private subnet → no direct internet path.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A NAT gateway lets private resources reach OUT (e.g. patching) without being reachable from the internet.</a:t>
            </a:r>
          </a:p>
        </p:txBody>
      </p:sp>
      <p:pic>
        <p:nvPicPr>
          <p:cNvPr id="5" name="Picture 4" descr="vpc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Public or private?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resource, decide which subnet it belongs in — public or private: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database · a batch-processing job · the web/app server · a NAT gateway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Rule of thumb: anything that shouldn't be reachable from the internet goes private; only internet-facing entry points and the NAT gateway go public.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(AWS recommends even web/app tiers sit private, behind a load balancer.)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network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work from the Solution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Open the Solution Design for this engagement (on the intranet) and study its network topology (§4.4) — you build to that.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VPC 10.0.0.0/16 (room to expand); DNS resolution + flow logs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Subnets in the first Availability Zone: public-egress-a (NAT only) · private-app-a (app + internal ALB) · private-data-a (database).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Internet Gateway is egress-only — patching via NAT; no inbound path from the internet.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Staff reach the service over the campus Site-to-Site VPN; route tables set per tier.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virtual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VPC is your logically isolated network in one Region, sized by a CIDR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Subnets split the VPC by tier and Availability Zone — public or private.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Route tables + IGW/NAT decide what reaches the internet — this design is egress-only.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topology; Region first (data residency).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Controlling traffic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may talk to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firewall does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S23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firewall filters network traffic by rule — it decides what's allowed through.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Think of a security group like an apartment door: it only lets in the tenant with the right key — it protects one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Traffic is identified by address + port: 443 = HTTPS, 1433 = SQL Server, 3389 = RDP.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Least privilege — open only the ports the job needs, only to who needs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S33–S35 · ACA M07 S24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security group is a virtual firewall attached to a resource (an instance or interface).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Stateful — if you allow traffic in, the return traffic is automatically allowed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Allow-rules only (no deny). A new SG blocks all inbound until you add rules.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You can name another security group as the source — that's how you chain tiers (e.g. allow 443 only from the load balancer's SG).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security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least-privilege, chained tier-to-tier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Security group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Inbound (allow)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Outbound (allow)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sg-alb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HTTPS 443 from staff CIDR / VPN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to sg-app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sg-app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from sg-alb · RDP 3389 from MTS bastion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1433 to sg-db · HTTPS via NAT · LDAPS to AD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sg-db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1433 from sg-app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(none needed)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Source = another security group, not an IP range — the tiers chain. The targets (ALB, EC2, RDS) are launched in Topic 8; here you build the rule shells.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 VPC and its security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public and a private subnet, each with its own route 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an Internet Gateway, attach it to the VPC, and configure the internet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NAT gateway, assign an Elastic IP, and add the private-subnet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web-server security group and a database security group.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M07 · Creating a VPC (S30))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network fabric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AWS Academy lab, per the supplied Accounting design, build the network tier: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VPC 10.0.0.0/16; the three subnets (public-egress / private-app / private-data)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Internet Gateway + NAT gateway + per-tier route tables (egress-only)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sg-alb → sg-app → sg-db security-group chain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Capture named evidence as you go — VPC, subnets, route tables, SG rules — Region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Found by name &amp; proven to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DNS · connectivity testing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DNS works — and Route 53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S49–S50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DNS translates a name (ledgerline.yat.internal) into the IP address computers actually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resolver asks the DNS hierarchy and gets the address back — we use names, not IPs, because addresses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Amazon Route 53 is AWS's highly available DNS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Public hosted zone = internet-facing names; private hosted zone = names that resolve only inside your VPC.</a:t>
            </a:r>
          </a:p>
        </p:txBody>
      </p:sp>
      <p:pic>
        <p:nvPicPr>
          <p:cNvPr id="5" name="Picture 4" descr="07-route53-dn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38729"/>
            <a:ext cx="5120640" cy="13120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name &amp; certificate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 · decision C8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Ledgerline gets an internal hostname in a private hosted zone — staff-only, over the VPN; no public internet name.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An ACM TLS certificate secures HTTPS to that name.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The exact hostname + certificate domain is implementer decision C8 — confirm it with YAT ICT.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Prove it works — test connectivity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S45, S41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After building, confirm reachability: external access in (reach the service over the VPN) and access between tiers (app → db).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Reachability Analyzer traces the path and names the blocking component when something can't connect.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VPC flow logs show ACCEPT / REJECT — a REJECT is usually a security-group rule or a missing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Fix it and retest; capture the test as evidence. (Full app → db testing completes in Topic 8, once compute exists.)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 DNS record &amp; test reachability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Route 53, create / confirm the private hosted zone for the internal domain.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the record for the Ledgerline name (and note the ACM certificate).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From a test point, resolve the name and check reachability.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If it's blocked, read the flow logs / Reachability Analyzer and fix the SG or route.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Configure DNS + test connectivity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finish the network tier: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private hosted zone + record for the internal hostname (note the ACM cert)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run reachability tests for what exists so far; record the result and any fix you made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Capture the DNS config and the test result as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Names &amp;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DNS maps names → addresses; use a Route 53 private hosted zone for an internal name.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test reachability and fix errors — flow logs + Reachability Analyzer show why traffic is blocked.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network tier is now ready for the workload to move 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7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VPC is your isolated network, split into tiered subnets across an 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Routing + IGW/NAT control internet reach — this design is egress-only.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Security groups are stateful, least-privilege firewalls, chained tier-to-tier.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DNS makes resources findable by name — a private hosted zone 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design, test it, and evidence everything.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the workload tier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EC2 + EBS, the load balancer + Auto Scaling group, RDS and S3 — the workload that moves into the network you just built.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