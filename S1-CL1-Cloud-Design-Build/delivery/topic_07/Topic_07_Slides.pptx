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 7. Two predictable stumbles: trying to add rules before all</a:t>
            </a:r>
          </a:p>
          <a:p>
            <a:r>
              <a:t>three groups exist, and typing an address range where the run sheet says a group.</a:t>
            </a:r>
          </a:p>
          <a:p>
            <a:r>
              <a:t>Share-back: show the database group's inbound rule and confirm its source is the application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 8. Tell them up front they will be refused, so nobody spends</a:t>
            </a:r>
          </a:p>
          <a:p>
            <a:r>
              <a:t>the session hunting a fault. Both captures must show the completed form *and* the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 9. A read, not a build — say so, or they will hunt for a create</a:t>
            </a:r>
          </a:p>
          <a:p>
            <a:r>
              <a:t>button they do not have. The name matters: the launch template task asks for it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07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Controlling access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Nothing is allowed yet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from plumbing to permission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network is built, and by default nothing in it may talk to anything else.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Today you write the rules that let each tier reach exactly the tier next to it — and no further.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Then the identities: who operates this platform after you hand it over, and how a server gets permission to do its job without holding a password.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Rules between tiers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who may talk to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firewall does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address plus 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firewall filters traffic by rule and decides what is allowed through.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Traffic is identified by address and by port — the number that says which service is being asked for.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Least privilege: open only the ports the job needs, and only to whoever needs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Security groups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stateful, allow-only, deny by default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security group is a virtual firewall attached to a resource, not to a subnet.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is stateful — allow traffic in and the reply is automatically allowed back out. You do not write a matching outbound rule.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holds allow-rules only. There is no deny rule, because a new group already denies everything inbound until you add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Chaining the tiers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source = a group, not an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can name another security group as the source of a rule, instead of an address range.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rule then follows membership: however many servers the platform launches, and whatever addresses they get, the rule still fits.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That is what makes a chain — the entry point accepts the public, the application tier accepts only the entry point, the database accepts only the application tier.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Create the groups empty first. Each names another as a source, which you cannot do until it exists.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Naming things the platform will accept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read the constraint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Providers reserve some prefixes for the identifiers they generate themselves.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name that collides with a reserved prefix is rejected outright, with an error that reads as though your rule is wrong when only the name is.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Read the constraint in your run sheet before you type the names.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security-group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 7.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the three groups as empty shells, then add each inbound rule, naming the upstream group as the source rather than an address range.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Rules between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security group protects one resource, is stateful, and denies by default.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Naming another group as the source makes the rule follow the servers.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Create the shells first; the chain cannot be written in one pass.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Who operates the platform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identity, and its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four identity components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people, and permissions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User — one identity per person or application that signs 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Group — a collection of users who need the same permissions, so you set them once.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Role — permissions with no permanent credentials, assumed temporarily by a person or a service.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Policy — the document that says what is allowed. Everything is denied until a policy grants it.</a:t>
            </a:r>
          </a:p>
        </p:txBody>
      </p:sp>
      <p:pic>
        <p:nvPicPr>
          <p:cNvPr id="5" name="Picture 4" descr="06-iam-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54558"/>
            <a:ext cx="5120640" cy="24804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Securing access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set once, granted narrowly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Attach policies to groups and put users in them, rather than attaching policies to individuals.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Grant only what the job needs — you widen a permission when a task proves it necessary, not in advance.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Protect the account's founding identity and use it only when nothing else will do.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Use roles for services, never long-lived keys.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Why the operators cannot change identity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boundary is the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group that runs the platform gets read access to everything and no ability to change permissions — including its own.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group that can rewrite its own permissions has no boundary at all; it can grant itself anything.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 operations sit with the team that runs the system, and identity stays with whoever governs the account. That separation is the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When the environment refuses you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refusal is the capture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environments will not permit identities to be created at all. Yours is one of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will complete the form correctly and be refused. That refusal is the evidence.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Filling the form correctly is the part worth practising — and a constraint you name and evidence is a professional result, not a failure.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Configure the access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 8.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Complete the group form and the user form with the values your run sheet gives, submit each, and capture the completed form together with the error it returns.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Identity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Users and groups are people; roles and policies are permissions.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Policies go on groups; grant narrowly; protect the founding identity.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Whoever operates a platform should not be able to widen their own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Identity for a server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permission without a password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How a server gets permission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nothing stored on the 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server needs to reach other services — storage, logging — and it needs permission to do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assumes a role: temporary credentials, issued automatically, rotated for you.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Nothing is stored on the server. There is no key on disk to find, copy or leak.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attach the role when you define the server, not afterwards by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Reading a role you did not write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inherit it, then read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Open a role and read its attached policies to see what it actually permits.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a routine professional move: you inherit roles far more often than you author them, and you are accountable for what they allow.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environment supplies the role your servers will use. Read it, and write its name down — the next task asks for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Review the role your servers will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 9.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Open the role your run sheet names, read which services its policies grant access to, capture it, and note the name exactly as shown.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Identity for a 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server assumes a role; no credentials are stored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Roles are attached when the server is defined.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Reading an inherited role's permissions is part of the job.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 — the application tier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network is built and the rules are written. Nothing is running in it yet.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defining a server once, putting a load balancer in front, and letting the platform manage how many there 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