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IAM as the account's "who can do what." Walk the four in order — user → group → role →</a:t>
            </a:r>
          </a:p>
          <a:p>
            <a:r>
              <a:t>policy — stressing the split: the first two are about PEOPLE, the last two about PERMISSIONS.</a:t>
            </a:r>
          </a:p>
          <a:p/>
          <a:p>
            <a:r>
              <a:t>• IAM user — one identity per person or app. Emphasise: never share a login; each person their</a:t>
            </a:r>
          </a:p>
          <a:p>
            <a:r>
              <a:t>  own user (that's what gives you accountability and an audit trail).</a:t>
            </a:r>
          </a:p>
          <a:p>
            <a:r>
              <a:t>• IAM group — how you manage permissions at scale: set permissions ONCE on the group, not per</a:t>
            </a:r>
          </a:p>
          <a:p>
            <a:r>
              <a:t>  person. Analogy: a team like "Finance" — add someone to the team and they inherit the access.</a:t>
            </a:r>
          </a:p>
          <a:p>
            <a:r>
              <a:t>• IAM role — the one students find hardest. Unlike a user it has NO permanent credentials; it is</a:t>
            </a:r>
          </a:p>
          <a:p>
            <a:r>
              <a:t>  ASSUMED temporarily. Key example for this build: an EC2 instance assumes a role to reach RDS/S3</a:t>
            </a:r>
          </a:p>
          <a:p>
            <a:r>
              <a:t>  — no passwords or keys stored on the server.</a:t>
            </a:r>
          </a:p>
          <a:p>
            <a:r>
              <a:t>• IAM policy — the JSON that says what's allowed. Everything is DENIED by default; a policy grants.</a:t>
            </a:r>
          </a:p>
          <a:p>
            <a:r>
              <a:t>  You attach policies to groups/roles, never the JSON straight onto a person.</a:t>
            </a:r>
          </a:p>
          <a:p/>
          <a:p>
            <a:r>
              <a:t>Misconception to pre-empt: students conflate authentication (who you are = user) with authorization</a:t>
            </a:r>
          </a:p>
          <a:p>
            <a:r>
              <a:t>(what you can do = policy). Say both words out loud.</a:t>
            </a:r>
          </a:p>
          <a:p>
            <a:r>
              <a:t>Question to pose: "The web server needs to read from S3 — do we give it a username and password?"</a:t>
            </a:r>
          </a:p>
          <a:p>
            <a:r>
              <a:t>(No — a role. This sets up the next two slides.)</a:t>
            </a:r>
          </a:p>
          <a:p>
            <a:r>
              <a:t>Why it matters: this identity foundation is what the AT2 build is assessed on (securing the</a:t>
            </a:r>
          </a:p>
          <a:p>
            <a:r>
              <a:t>deployment); the specific groups to build come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TO FIND THE RECORDED DEMO: AWS Academy Cloud Foundations → Module 04 (AWS Cloud Security) →</a:t>
            </a:r>
          </a:p>
          <a:p>
            <a:r>
              <a:t>slide 31, "Recorded demo: IAM", inside the ACF M04 instructor deck</a:t>
            </a:r>
          </a:p>
          <a:p>
            <a:r>
              <a:t>(original-materials/AWS-Instructor Presentations/…). Instructor-facing — screen it in class, don't</a:t>
            </a:r>
          </a:p>
          <a:p>
            <a:r>
              <a:t>distribute to students. Preview it before class and cue it to this slide.</a:t>
            </a:r>
          </a:p>
          <a:p/>
          <a:p>
            <a:r>
              <a:t>WHAT TO DEMONSTRATE (follow the recorded demo, then relate each step to OUR build):</a:t>
            </a:r>
          </a:p>
          <a:p>
            <a:r>
              <a:t>1. Create a group and attach a least-privilege policy.</a:t>
            </a:r>
          </a:p>
          <a:p>
            <a:r>
              <a:t>2. Create a user, add them to the group, enable MFA.</a:t>
            </a:r>
          </a:p>
          <a:p>
            <a:r>
              <a:t>3. Create the EC2 instance role (Application-Service) and attach its policy.</a:t>
            </a:r>
          </a:p>
          <a:p>
            <a:r>
              <a:t>4. Capture the IAM evidence screenshot (groups list + a user showing MFA enabled).</a:t>
            </a:r>
          </a:p>
          <a:p/>
          <a:p>
            <a:r>
              <a:t>WHAT TO EMPHASISE:</a:t>
            </a:r>
          </a:p>
          <a:p>
            <a:r>
              <a:t>• Permissions go on the GROUP, then the user joins it — not policy-on-user. Show the difference.</a:t>
            </a:r>
          </a:p>
          <a:p>
            <a:r>
              <a:t>• MFA — show the "assign MFA device" step explicitly; students routinely skip it and it's an</a:t>
            </a:r>
          </a:p>
          <a:p>
            <a:r>
              <a:t>  Essential Eight requirement they're assessed on.</a:t>
            </a:r>
          </a:p>
          <a:p>
            <a:r>
              <a:t>• The role has NO password — point out there are no long-lived credentials; the instance assumes</a:t>
            </a:r>
          </a:p>
          <a:p>
            <a:r>
              <a:t>  it. This is the payoff of the "IAM components" teaching slide.</a:t>
            </a:r>
          </a:p>
          <a:p>
            <a:r>
              <a:t>• Narrate the evidence capture — students must screenshot as they go for AT2; model it here.</a:t>
            </a:r>
          </a:p>
          <a:p/>
          <a:p>
            <a:r>
              <a:t>PREP: clean lab account open, the Accounting Baseline Design handy (for the group names), recorded</a:t>
            </a:r>
          </a:p>
          <a:p>
            <a:r>
              <a:t>demo queued. 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students, in these words: "Open the lab and the Accounting Baseline Design. Build the IAM</a:t>
            </a:r>
          </a:p>
          <a:p>
            <a:r>
              <a:t>foundation for the MTS engagement — exactly the groups and role in the design. Work in the lab</a:t>
            </a:r>
          </a:p>
          <a:p>
            <a:r>
              <a:t>account and capture evidence as you go."</a:t>
            </a:r>
          </a:p>
          <a:p/>
          <a:p>
            <a:r>
              <a:t>The task, step by step (put on the board / read out):</a:t>
            </a:r>
          </a:p>
          <a:p>
            <a:r>
              <a:t>1. Create the four groups from the design: YAT-ICT-Admins, MTS-Consultants, Application-Service</a:t>
            </a:r>
          </a:p>
          <a:p>
            <a:r>
              <a:t>   (this one is the EC2 ROLE, not a human group), Finance-Auditors.</a:t>
            </a:r>
          </a:p>
          <a:p>
            <a:r>
              <a:t>2. Attach a least-privilege policy to each — only what that group needs.</a:t>
            </a:r>
          </a:p>
          <a:p>
            <a:r>
              <a:t>3. Create at least one user in each HUMAN group and enable MFA on it.</a:t>
            </a:r>
          </a:p>
          <a:p>
            <a:r>
              <a:t>4. Create the Application-Service role for the EC2 instance (RDS + S3 + CloudWatch access).</a:t>
            </a:r>
          </a:p>
          <a:p>
            <a:r>
              <a:t>5. Capture the IAM evidence: the groups list, a user with MFA on, and the role.</a:t>
            </a:r>
          </a:p>
          <a:p/>
          <a:p>
            <a:r>
              <a:t>MUST PRODUCE (the AT2 evidence): screenshots of the groups list, one user with MFA enabled, and</a:t>
            </a:r>
          </a:p>
          <a:p>
            <a:r>
              <a:t>the role with its policy.</a:t>
            </a:r>
          </a:p>
          <a:p>
            <a:r>
              <a:t>TIMING: ~30 min. Circulate — the two common sticking points are (a) forgetting MFA and (b) trying</a:t>
            </a:r>
          </a:p>
          <a:p>
            <a:r>
              <a:t>to attach a policy straight to a user.</a:t>
            </a:r>
          </a:p>
          <a:p>
            <a:r>
              <a:t>SHARE-BACK: ask one student to show their groups list; confirm least-privilege (no</a:t>
            </a:r>
          </a:p>
          <a:p>
            <a:r>
              <a:t>AdministratorAccess shortcuts).</a:t>
            </a:r>
          </a:p>
          <a:p>
            <a:r>
              <a:t>Remind them: this practice uses the Accounting baseline; the assessed task uses a different system</a:t>
            </a:r>
          </a:p>
          <a:p>
            <a:r>
              <a:t>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AT2 you're the delivery crew — the design is already done.</a:t>
            </a:r>
          </a:p>
        </p:txBody>
      </p:sp>
      <p:pic>
        <p:nvPicPr>
          <p:cNvPr id="5" name="Picture 4" descr="06-aws-arch-reqs-design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21331"/>
            <a:ext cx="5120640" cy="25468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200" b="1" i="0">
                <a:solidFill>
                  <a:srgbClr val="92268F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pic>
        <p:nvPicPr>
          <p:cNvPr id="5" name="Picture 4" descr="06-iam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4558"/>
            <a:ext cx="5120640" cy="2480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