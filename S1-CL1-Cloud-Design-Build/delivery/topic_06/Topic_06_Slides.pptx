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run sheet task 1. They should finish with the region set and one capture.</a:t>
            </a:r>
          </a:p>
          <a:p>
            <a:r>
              <a:t>Circulate for the lab launch/console hand-off; check the region indicator on each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run sheet tasks 2–3. Circulate for the zone dropdown left on "No preference" —</a:t>
            </a:r>
          </a:p>
          <a:p>
            <a:r>
              <a:t>it is the failure that shows up three tasks later. Check the Availability Zone column on share-back.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Activity = practice run sheet tasks 4–6. The NAT gateway takes several minutes to become available</a:t>
            </a:r>
          </a:p>
          <a:p>
            <a:r>
              <a:t>and cannot be routed to before it does — warn them so they do not assume it has failed.</a:t>
            </a:r>
          </a:p>
          <a:p>
            <a:r>
              <a:t>Common miss: associating the subnets after adding the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06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Getting to work — the account and the network fabric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Building what someone else designed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advice becomes a build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AT1 was advice on paper. From here you build, in the console, and evidence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Your run sheet tells you what to build and the settings to build it to. Finding your way around the console is your job.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Today: the account and its region, then the private network and the paths in and out of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Every block of teaching today ends with the next task on your run sheet.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Working to a run sheet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the implementer's seat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Requirements → design → build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three roles, one hand-off each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Cloud architecture turns requirements into a structure: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the customer sets the requirements · an architect produces the design · a delivery crew builds it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Three roles, a hand-off between each. From here you sit in the third one.</a:t>
            </a:r>
          </a:p>
        </p:txBody>
      </p:sp>
      <p:pic>
        <p:nvPicPr>
          <p:cNvPr id="5" name="Picture 4" descr="06-aws-arch-reqs-design-bui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521331"/>
            <a:ext cx="5120640" cy="254685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a run sheet gives you, and what it doesn't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settings are given; the route is not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It gives you the task, the settings to build it to, and what your screenshot must show.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It does not give you the clicks. Working out where a setting lives is part of the job.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Build what it specifies. Where it asks you to choose, the choice — and your reasoning — is yours.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Work the tasks in order. Each one is built on the one before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Region is the first decision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set it before you create anything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Everything you create belongs to one region, so it is set before you create anything.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driver is compliance, not preference — where the data is allowed to live.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Your run sheet names a production region and a build region. They differ, and only the location label changes; the build is identical.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Make the region visible in your evidence.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Capture as you build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build → capture → move 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Take each screenshot as you finish that task, not at the end of the session.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Console state moves on. A screen you have navigated away from often cannot be recreated.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bar for a screenshot is simple: clear enough for the assessor to read. If they cannot make out the setting you are claiming, it is not evidence.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Set your region and confirm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Run sheet — task 1.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Sign in, set the region your run sheet names for building, and capture the console with the region selector visible.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~10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1 · Working to a run sheet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You are the builder. The settings are given; finding them is yours.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Region first — it is compliance, and everything is region-scoped.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Capture each task as you finish 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The private network and its subnets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the fabric everything sits in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Networks, addresses and ranges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vocabulary the build assumes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 network connects machines so they can reach each other; it can be divided into subnets.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Every machine has an IP address — a unique numeric label.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 CIDR block describes a range of addresses. The number after the slash says how many bits are fixed, so a smaller number means a bigger range.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Traffic moves between networks through routers and gateways.</a:t>
            </a:r>
          </a:p>
        </p:txBody>
      </p:sp>
      <p:pic>
        <p:nvPicPr>
          <p:cNvPr id="5" name="Picture 4" descr="07-ip-cid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862619"/>
            <a:ext cx="5120640" cy="186428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Your own private network in the cloud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region-scoped, spans zones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virtual private network is a logically isolated slice of the provider's cloud that you define.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It belongs to one region and spans the availability zones inside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 size it with a CIDR block when you create it, and you cannot change that later — so it is given room to grow.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Names — the two settings you are about to turn on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two tick boxes, and why they matter later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DNS turns a name into an address. Machines connect to addresses; people and configuration use names.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Creating the network asks you to enable two things, and they are not the same: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500" b="0" i="0">
                <a:solidFill>
                  <a:srgbClr val="2A2929"/>
                </a:solidFill>
                <a:latin typeface="Roboto"/>
              </a:rPr>
              <a:t>DNS resolution — things inside the network can look names up at all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5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500" b="0" i="0">
                <a:solidFill>
                  <a:srgbClr val="2A2929"/>
                </a:solidFill>
                <a:latin typeface="Roboto"/>
              </a:rPr>
              <a:t>DNS hostnames — things inside the network get a name of their own, not just an address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You are not building a DNS service here. You are switching on the one the platform already runs.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It pays off at the end: the load balancer is given a name, and that name is what you open in a browser to prove the build works. Its addresses change over time; the name does not — which is the whole reason anything uses names.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8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800" b="0" i="0">
                <a:solidFill>
                  <a:srgbClr val="2A2929"/>
                </a:solidFill>
                <a:latin typeface="Roboto"/>
              </a:rPr>
              <a:t>Get this wrong and every server can be running perfectly and still be unreachable by name.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Subnets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one zone each; public or private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 divide the network into subnets. Each subnet lives in exactly one availability zone.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subnet is public or private according to whether it has a route to the internet — not according to what it is called.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Set the zone yourself on every subnet. Left alone the console picks one for you, and a subnet in the wrong zone causes failures much later that never mention subnets.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Why there are more subnets than tiers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 service requirement, not a tier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Your run sheet asks for more subnets than you have tiers to put in them.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Some managed services refuse to be created unless you hand them subnets in two zones — even when everything you are running sits in one.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So a couple of subnets exist to satisfy a service requirement, and stay empty.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Worth remembering. It becomes the starting point of the availability work later.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Create the network and its subnets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Run sheet — tasks 2 and 3.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Create the private network at the range your run sheet gives, then every subnet it lists, setting the zone on each one yourself.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~20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7B5CE"/>
                </a:solidFill>
                <a:latin typeface="Roboto"/>
              </a:rPr>
              <a:t>Section 2 · The network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 virtual private network is yours, region-scoped, and sized once.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Subnets each sit in one zone; public or private is decided by routing.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Some subnets exist only because a service demands two zones.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Paths in and out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what can reach what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Two gateways, two jobs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one way in, one way 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737360"/>
            <a:ext cx="548640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An internet gateway gives a subnet a two-way path to the internet.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 NAT gateway lets private resources reach out — for updates and external calls — while nothing on the internet can reach in.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 NAT gateway is placed in a public subnet, and serves the private ones.</a:t>
            </a:r>
          </a:p>
        </p:txBody>
      </p:sp>
      <p:pic>
        <p:nvPicPr>
          <p:cNvPr id="5" name="Picture 4" descr="vpc-anatom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057400"/>
            <a:ext cx="5120640" cy="34747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Route tables decide what is public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public or private is a routing decision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route table holds the rules that direct a subnet's traffic, and every table has a built-in local route so anything inside the network can talk.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Add a 0.0.0.0/0 route to an internet gateway and the subnet is public. Point it at a NAT gateway instead and the subnet reaches out but cannot be reached.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subnet with no route table of its own falls back to the network's default, which has no path out at all.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A tier that should have no way out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deliberately unreachable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Your data subnets get no route table and no path to the internet. That is not an omission.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database has no business making outbound connections, so it is given no means to.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Least privilege applies to routing, not just to permissions.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Build the gateways and the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Run sheet — tasks 4, 5 and 6.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Create and attach the internet gateway, create the NAT gateway, then build the route tables and associate them with the right subnets.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~25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05F61"/>
                </a:solidFill>
                <a:latin typeface="Roboto"/>
              </a:rPr>
              <a:t>Section 3 · Paths in and 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An internet gateway is two-way; a NAT gateway is outbound only.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route table is what makes a subnet public or private.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data tier is given no route out, deliberately.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Next — who may talk to what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The network exists. Nothing yet controls which tier may reach which.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Next: the firewall rules that chain the tiers, and the identities that operate the platform.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