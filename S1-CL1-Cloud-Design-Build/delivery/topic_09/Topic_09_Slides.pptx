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09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Operability &amp; justification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Monitor the build, validate it works, and justify every decision against the workload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built to defensible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build needs to stand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Topics 6–8 built the workload — foundation, network, compute,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Now make it operable and defensible: monitor it, validate it, and justify the open decisions.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three things are exactly what the Deployment Report is marked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10 then turns the evidence and justifications into the report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Monitoring &amp; logging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CloudWatch baseline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monitoring is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metric is a measurement taken over time — CPU %, free storage, database connections.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alarm is a threshold on a metric that fires an action or a notification when crossed.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log is a record of events — what happened, and when.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You monitor so you find out before your users 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CloudWatch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M10 S9–S12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Collects metrics and logs from AWS services into one place.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Alarms send notifications (e.g. to SNS) or trigger actions (e.g. Auto Scaling).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Dashboards visualise metrics and alarms; CloudWatch Logs centralises log files.</a:t>
            </a:r>
          </a:p>
        </p:txBody>
      </p:sp>
      <p:pic>
        <p:nvPicPr>
          <p:cNvPr id="5" name="Picture 4" descr="09-cloud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91191"/>
            <a:ext cx="5120640" cy="2407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monitoring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design · §4.10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463040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0"/>
                <a:gridCol w="685800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Baseline alarm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Threshold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EC2 CPU high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≥ 80% over 10 min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CPU high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≥ 80% over 10 min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free storage low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&lt; 15%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ALB target 5XX / unhealthy host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&gt; 5 / min, or any unhealthy host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connections high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&gt; 80% of max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Logging: VPC flow logs + RDS logs → CloudWatch Logs; ALB access logs → S3; EC2 OS logs via the CloudWatch Agent; audit-relevant logs retained 7 years. HA-tuned alarms come in AT3.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Create a CloudWatch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Pick a metric (e.g. EC2 CPU) and set a threshold and period.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Choose the action — a notification (SNS), or an Auto Scaling action.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alarm state, and view it on a dashboard.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Stand up the baseline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per the design's §4.10: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baseline alarms (EC2/RDS CPU, RDS storage + connections, ALB 5XX/unhealthy)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enable the logging destinations (CloudWatch Logs, ALB access logs to S3, the CloudWatch Agent)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Capture evidence — the alarms and the log configuration.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metric is measured over time; an alarm fires on a threshold; a log records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CloudWatch collects metrics + logs, alarms, and dashboards in one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design's baseline alarms + logging — HA-tuned alarms are AT3.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Monitoring is evidence: capture the alarms and log config.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Validation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does it meet the design?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validation is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Building something is not the same as confirming it does what was asked.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Validation = test → observe → compare to the requirement/design → fix.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It's how you (and the assessor) know the build actually meets the spec.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Validate against the design + recovery objectives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consolidate the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Pull together the tests you've already run: connectivity (Reachability Analyzer), app→database, and scaling.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Check the build meets the design's recovery objectives: RPO ≤ 1 hour, RTO ≤ 1 business day.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Name the known limit honestly: this baseline is single-AZ — the single AZ and single RDS instance are SPOFs.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That SPOF is tolerable for a business-hours service now, and is the objective of the AT3 HA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Validate the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run a validation pass against the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confirm connectivity (staff→ALB, app→database) and the scaling behaviour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check the recovery objectives are met; note the single-AZ SPOF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Record each result and any fix; capture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Validation confirms the build meets the requirement — not just that it exists.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Consolidate the connectivity + scaling tests into a check against the design.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Check the recovery objectives; name the single-AZ SPOF honestly.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Record results and fixes — they're report evidence.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Justifying your decisions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C1–C8 against the workload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it means to justify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“I chose X” is not a justification.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“I chose X because the workload needs Y, weighed against cost / security / residency — and the alternative was worse, for these reasons” is.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justification is specific to this workload, and names the trade-off.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method — justify against the workload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four steps, every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1. State the decision (what you chose).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2. The workload facts that bear on it (load, pattern, data sensitivity, residency, cost appetite).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3. Weigh it — performance vs cost vs security vs residency.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4. Name the alternative and why you rejected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decisions you'll justify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design · §4.16 (C1–C8)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463040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6126480"/>
                <a:gridCol w="731520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#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Decision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Justify against…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C1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EC2 instance type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typical 15–25 / month-end 45–55 users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C2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instance class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read-heavy at month-end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C3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Server licence model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cost (licence-included vs BYOL)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C4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EBS data-volume size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footprint + 12-month growth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C5–C8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ASG params · backup/RPO · DNS+ACM · bastion/RDP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workload + the design's targets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Each is made and evidenced in the Deployment Report, justified against the Ledgerline workload.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Worked example — SQL Server licensing (C3)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method,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Decision: licence-included (pay hourly, includes the SQL Server licence) vs bring-your-own-licence (BYOL).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Workload facts: steady business-hours use; YAT may already hold SQL Server licences; cost is a stated concern.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Weigh: licence-included is simpler + better for variable/short use; BYOL is cheaper at steady use if licences are owned.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Decide + justify: pick the cheaper-over-the-term option for this steady workload, and say why the other was rejected.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Justify the C1–C8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Using the four-step method, write a justified rationale for each of the design's open decisions: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ground each in the Ledgerline workload — 15–25 typical / 45–55 month-end; read-heavy month-end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financial-records residency; 7-year retention; business-hours, idle overnight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These rationales go straight into your Deployment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Justification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justification names the workload need, the trade-off, and the rejected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Use the four-step method on every open decision.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Ground every choice in the Ledgerline workload — not generic best practice.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These rationales are the heart of what the report is marked 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9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 the build — baseline alarms + logging (CloudWatch).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Validate it against the design and the recovery objectives; name the SPOF.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Justify every open decision against the workload — performance, cost, security, residency.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Baseline operability only — HA-tuned monitoring and availability are AT3.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Monitoring, validation and justifications all feed the Deployment Report.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10 — Evidencing &amp; documenting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Assemble the evidence, the validation results and the C1–C8 justifications into the Deployment Report — the AT2 deliverable.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Everything you've captured since Topic 6 comes together 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