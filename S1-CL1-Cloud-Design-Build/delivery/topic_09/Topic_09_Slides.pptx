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notesMaster" Target="notesMasters/notesMaster1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Activity = practice run sheet tasks 14–15, including the decision box. The subnet group lives in</a:t>
            </a:r>
          </a:p>
          <a:p>
            <a:r>
              <a:t>the database console, not the network console — most people go looking in the wrong place.</a:t>
            </a:r>
          </a:p>
          <a:p>
            <a:r>
              <a:t>Push them off the simplified creation path; it silently makes four of the specified choices for them.</a:t>
            </a:r>
          </a:p>
          <a:p>
            <a:r>
              <a:t>The database takes several minutes to become available — start the alarms task while it builds.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Activity = practice run sheet task 16. The storage threshold is the one that goes wrong — it is</a:t>
            </a:r>
          </a:p>
          <a:p>
            <a:r>
              <a:t>entered in bytes while the graph is drawn in gigabytes. Have them show their working.</a:t>
            </a:r>
          </a:p>
          <a:p>
            <a:r>
              <a:t>A new alarm sits in an insufficient-data state for a few minutes; that is normal, not a fault.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Activity = practice run sheet task 17. The two rows that decide the result are the database (a split,</a:t>
            </a:r>
          </a:p>
          <a:p>
            <a:r>
              <a:t>not a handover) and the data (never the provider's). Press anyone who writes the database off as</a:t>
            </a:r>
          </a:p>
          <a:p>
            <a:r>
              <a:t>"AWS's responsibility".</a:t>
            </a:r>
          </a:p>
          <a:p>
            <a:r>
              <a:t>Answers must name their own resources — this is about the thing they built, not the model in general.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515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000" b="1" i="0">
                <a:solidFill>
                  <a:srgbClr val="FBB900"/>
                </a:solidFill>
                <a:latin typeface="Roboto"/>
              </a:rPr>
              <a:t>TOPIC 09</a:t>
            </a:r>
          </a:p>
          <a:p>
            <a:pPr>
              <a:spcBef>
                <a:spcPts val="800"/>
              </a:spcBef>
            </a:pPr>
            <a:r>
              <a:rPr sz="4600" b="1" i="0">
                <a:solidFill>
                  <a:srgbClr val="FFFFFF"/>
                </a:solidFill>
                <a:latin typeface="Roboto"/>
              </a:rPr>
              <a:t>The data tier and knowing when it breaks</a:t>
            </a:r>
          </a:p>
          <a:p>
            <a:pPr>
              <a:spcBef>
                <a:spcPts val="1200"/>
              </a:spcBef>
            </a:pPr>
            <a:r>
              <a:rPr sz="2200" b="0" i="1">
                <a:solidFill>
                  <a:srgbClr val="D1D1D1"/>
                </a:solidFill>
                <a:latin typeface="Roboto Light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Roboto"/>
              </a:rPr>
              <a:t>Kangan </a:t>
            </a:r>
            <a:r>
              <a:rPr sz="1600" b="1" i="0">
                <a:solidFill>
                  <a:srgbClr val="EDAB0C"/>
                </a:solidFill>
                <a:latin typeface="Roboto"/>
              </a:rPr>
              <a:t>Institute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Somewhere to keep it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data, and knowing about it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The application tier runs and scales, and stores nothing that survives a server being replaced.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Today: a managed database in the private tier, and the alarms that tell you when something has stopped working.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The run sheet's second decision is here, and it is asked the same way as the first.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92268F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A managed relational database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someone has to run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Relational databases, and who operates them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the work does not go away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 relational database stores structured data in tables and is queried with SQL.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Somebody has to install and patch it, take and test backups, secure it and scale it. That work never disappears — the only question is who does 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Self-hosted or managed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control, or effort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Self-hosted — you run the engine on your own server. Complete control of the engine and the operating system, and all of the operational work is yours.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Managed — the provider installs, patches, backs up and scales it. You keep the schema, the data and the query performance.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Control against effort. Choose managed unless you genuinely need engine-level control.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The managed database service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class · storage · private · backed up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Two dials size it: an instance class for processing and memory, and storage.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It runs inside your own private network, in the subnets you allow it, reachable only from where your rules permit — not on the public internet.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Automated backups let you restore to a point in time; encryption at rest is a setting you turn on at creation.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 standby in a second zone is available and deliberately off here. That is the AT3 work.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Telling the service where it may live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the second two-zone requirement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Before you can create the database you have to give the service a subnet group — the set of subnets it is permitted to use.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Like the load balancer, it will not accept subnets in a single zone.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This is the second time that constraint has shaped your network. It is why the empty subnets exist.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You deliver an empty database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the container, not the contents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You provision the container, correctly configured. You do not load the schema or the data.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That is the customer's data and the customer's responsibility, and moving it is a separate piece of work with its own risks.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An empty, correctly configured, private, encrypted, backed-up instance is the finished deliverable.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Create the subnet group and the database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Run sheet — tasks 14 and 15.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Create the subnet group, then create the database to the settings your run sheet gives — private, encrypted, with its backups configured and no standby.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Make the sizing decision the same way as last topic: choose, name what you rejected, justify it against this workload.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~30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92268F"/>
                </a:solidFill>
                <a:latin typeface="Roboto"/>
              </a:rPr>
              <a:t>Section 1 · The data tier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Managed shifts the operational work; the schema and data stay yours.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It lives in your private network, and the subnet group is what puts it there.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67912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867912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67912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Encryption and backups are set at creation; the standby is deferred.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818888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4818888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818888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You hand over an empty instance.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27B5CE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Knowing when it breaks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find out before your users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Metric, alarm, log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the number, the rule, the diary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737360"/>
            <a:ext cx="548640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A metric is a measurement taken over time.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An alarm is a rule watching a metric, which fires when a threshold is crossed.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A log is a record of events — what happened, and when.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You monitor so that you find out before your users do.</a:t>
            </a:r>
          </a:p>
        </p:txBody>
      </p:sp>
      <p:pic>
        <p:nvPicPr>
          <p:cNvPr id="5" name="Picture 4" descr="09-cloudwa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591191"/>
            <a:ext cx="5120640" cy="240713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What an alarm is actually made of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five parts, not one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 threshold on its own is not an alarm. It takes five things: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2100" b="0" i="0">
                <a:solidFill>
                  <a:srgbClr val="2A2929"/>
                </a:solidFill>
                <a:latin typeface="Roboto"/>
              </a:rPr>
              <a:t>the metric · the statistic (maximum, minimum, average) · the period · the threshold · how many periods must breach before it fires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Choose the statistic to match the question. "Is anything unhealthy?" wants a maximum; "are we running out of room?" wants a minimum.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The count of breaching periods is what stops a single momentary spike waking someone up.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Finding the right metric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a wrong grouping never fires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Metrics are grouped by dimension, and services often publish several similar-looking groupings.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Picking the wrong grouping gives you an alarm that never fires, and looks correct while it does not.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Read what the run sheet names carefully, and confirm the row you tick is the resource you built.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Units are not what the graph shows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do the arithmetic on purpose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Some thresholds are entered in raw units — bytes, seconds — while the graph above the field is drawn in something friendlier.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It is very easy to type a number a thousand times too small and see nothing wrong.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Work the arithmetic out deliberately, write it down, and sanity-check it against the graph.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Create the baseline alarms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Run sheet — task 16.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Create the alarms your run sheet specifies, each with its metric, statistic, period, threshold and breach count, and a notification destination.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~25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27B5CE"/>
                </a:solidFill>
                <a:latin typeface="Roboto"/>
              </a:rPr>
              <a:t>Section 2 · Monitoring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Metric, alarm and log are three different things.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An alarm is metric + statistic + period + threshold + breach count.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67912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867912"/>
            <a:ext cx="109728" cy="841248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67912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The wrong metric grouping produces an alarm that never fires.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818888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4818888"/>
            <a:ext cx="109728" cy="841248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818888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Check the units against the field, not the graph.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205F61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Who secures what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the line through your own build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The shared responsibility model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security of the cloud, security in it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737360"/>
            <a:ext cx="548640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The provider secures the cloud: the facilities, the hardware, the network underneath it all.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You secure what you put in it: the operating system, the configuration, the access rules, and your data.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Knowing exactly where the line falls tells you what you must configure and what you can rely on. That is the whole practical value of it.</a:t>
            </a:r>
          </a:p>
        </p:txBody>
      </p:sp>
      <p:pic>
        <p:nvPicPr>
          <p:cNvPr id="5" name="Picture 4" descr="06-shared-responsi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384615"/>
            <a:ext cx="5120640" cy="282029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The line moves with the service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more managed, more on the provider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Run software yourself on a server and you own more of it — the operating system, the patching, the configuration.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Use a managed service and the provider takes the engine, the host and the maintenance. You keep the data and who may reach it.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So the same piece of software has a different owner depending on how you chose to run it. That choice is the one you made in this topic.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What never moves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the data is always yours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Responsibility for the data itself never transfers, under any service model, to any provider.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Neither does deciding who may reach it. A managed database still leaves the access rules and the connection permissions entirely yours.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This is where the model is most often got wrong: "it's managed" gets read as "it's theirs".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Assign the security responsibilities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Run sheet — task 17.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Work through your build component by component and record who secures each part and what that actually involves — then say which responsibilities the managed database moved, and which it did not.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~25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205F61"/>
                </a:solidFill>
                <a:latin typeface="Roboto"/>
              </a:rPr>
              <a:t>Section 3 · Who secures what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The provider secures the cloud; you secure what you put in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The line moves with how managed the service is.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67912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867912"/>
            <a:ext cx="109728" cy="841248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67912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The data, and who may reach it, never move.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5156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Roboto"/>
              </a:rPr>
              <a:t>Next — proving it works</a:t>
            </a:r>
          </a:p>
          <a:p>
            <a:pPr>
              <a:lnSpc>
                <a:spcPct val="105000"/>
              </a:lnSpc>
              <a:spcBef>
                <a:spcPts val="1200"/>
              </a:spcBef>
            </a:pPr>
            <a:r>
              <a:rPr sz="1900" b="0" i="0">
                <a:solidFill>
                  <a:srgbClr val="E8E8E8"/>
                </a:solidFill>
                <a:latin typeface="Roboto Light"/>
              </a:rPr>
              <a:t>Everything on the run sheet is now built, and you have said who is responsible for securing it.</a:t>
            </a:r>
          </a:p>
          <a:p>
            <a:pPr>
              <a:lnSpc>
                <a:spcPct val="105000"/>
              </a:lnSpc>
              <a:spcBef>
                <a:spcPts val="1200"/>
              </a:spcBef>
            </a:pPr>
            <a:r>
              <a:rPr sz="1900" b="0" i="0">
                <a:solidFill>
                  <a:srgbClr val="E8E8E8"/>
                </a:solidFill>
                <a:latin typeface="Roboto Light"/>
              </a:rPr>
              <a:t>Next: test every path, prove the isolation, make it scale in front of you, and hand it over.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