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12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HA design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Design the upgrade — review the baseline, design out its single points of failure, and document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Now you design it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AT3 Part A skills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 11 gave you the concepts; Topic 12 is where you produce an HA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You design the upgrade yourself — the baseline and the HA requirements are your inputs, not a finished answer.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Three moves: review the baseline + find its SPOFs → design them out → document the design and plan the work.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 13 then implements and simulates what you design here.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Review the baseline &amp; find its SPOFs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evaluate before you 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the architecture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Evaluating availability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Start by understanding what's there: the multi-tier shape — presentation / logic / data (web / app / database).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Each tier can be built, scaled and diagnosed separately.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Review the deployed single-AZ baseline before you change anything.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Identify the single points of failure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Design HA S10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Walk the architecture and mark every component whose failure stops the whole 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In a single-AZ cloud build that's the AZ itself, the one database, the one running instance, the one NAT.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network diagram makes the SPOFs visible — find them before you design the fix.</a:t>
            </a:r>
          </a:p>
        </p:txBody>
      </p:sp>
      <p:pic>
        <p:nvPicPr>
          <p:cNvPr id="5" name="Picture 4" descr="identify-spof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4733" y="1783080"/>
            <a:ext cx="3952774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Estimate the recovery objectives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Evaluating availability S8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Estimate the baseline's RPO from the backup interval, and its RTO from recovery-per-tier + testing.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Worked example: 15-min backups → RPO 15 min; 30 min × 3 tiers + 1 h test → RTO 2.5 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Flag components that scale vertically (they carry downtime) and the availability impact.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Review the Accounting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Take the supplied single-AZ Accounting baseline and evaluate its availability: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list its single points of failure (AZ · database · running instance · NAT)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estimate its RPO and RTO, and where they fall short of the HA requirement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note the components that scale vertically and the downtime that implies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Document your findings — they drive the design.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Review &amp; SPOFs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Understand the multi-tier baseline before you change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Identify every single point of failure — a diagram makes them visible.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Estimate the baseline's RPO/RTO and flag vertical-scaling components.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Your findings are the input to the design.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Design the HA-equivalent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remove every SPOF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Design redundancy — remove the SPoFs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Design HA S9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Using the cloud doesn't make you highly available — you design redundancy.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For each SPOF, add redundancy across compute, storage and network so no single failure stops the 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goal: an equivalent architecture that keeps running when one component — or one AZ — fails.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cross-AZ HA architecture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ACA M10 S41 · ICTCLD502 · Design HA S7–S8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Spread the workload across two Availability Zones: load balancing across AZs → instances (ASG) across AZs → a Multi-AZ database.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The load balancer routes only to healthy targets; the ASG keeps capacity in each AZ; the database fails over automatically.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Redundant egress (a NAT per AZ) keeps outbound working if an AZ is lost.</a:t>
            </a:r>
          </a:p>
        </p:txBody>
      </p:sp>
      <p:pic>
        <p:nvPicPr>
          <p:cNvPr id="5" name="Picture 4" descr="cross-az-ha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104" y="1783080"/>
            <a:ext cx="4760031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Remove each SPOF — the mapping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design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Single Availability Zone → a second AZ with mirrored subnets.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Single running instance → an Auto Scaling group spread across both AZs.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Single database → a Multi-AZ database with a synchronous standby + automatic failover.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Single NAT gateway → a NAT gateway per AZ.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Re-estimate the recovery objectives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Design HA S11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Re-estimate RPO/RTO for the HA design — per component and overall.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RPO is unchanged (backups); RTO drops to minutes for an AZ or instance failure via automatic failover.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Check the numbers now meet the HA requirement — and note what remains (the single Region).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Design the HA-equivalent for Accounting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Design the upgrade for the baseline you reviewed: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design out each SPOF using the mapping (2 AZs · cross-AZ ASG · Multi-AZ DB · NAT per AZ)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sketch the cross-AZ topology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re-estimate the recovery objectives and confirm they meet the requirement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HA isn't automatic — you design redundancy across the tiers.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Spread across two AZs: LB + ASG across AZs, Multi-AZ database, redundant NAT.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Map each SPOF to its fix — that's the HA design.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Re-estimate recovery objectives and check they meet the requirement.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Document the design &amp; plan the work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deliverable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an HA design documents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Design HA S14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Architecture diagram — the components, the redundancy, the connections between tiers.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Service list — the AWS services used and each one's purpose.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SPoF analysis — the SPOFs identified, and the solution implemented for each.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RTO/RPO table — recovery objectives per component and overall; scaling plans — what scales, how, and the trigger.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Draw the HA topology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Evaluating availability S12–S14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logical diagram showing the two AZs, the redundancy, the tiers and their connections.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Focus on the key details — boundaries, resource types, connectivity — not every setting.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Use the scenario's network-diagram conventions (the same draw.io style as the baseline diagram).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Plan the implementation &amp; simulation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sets up Topic 13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Sequencing — the order to harden the running baseline in place, without an outage (add the AZ, extend ASG/ALB, convert the DB to Multi-AZ).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Simulation plan — the failures and resizes you'll run to prove fault tolerance (AZ/instance failure, database failover, resize under load).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plan is what Topic 13 executes.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Produce your HA design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Assemble the HA design for the Accounting upgrade: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architecture diagram · service list · SPoF analysis + solutions · RTO/RPO table · scaling plans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the implementation sequencing + the simulation plan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This is the deliverable — the design you'll implement next.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Document &amp;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An HA design = diagram · service list · SPoF analysis · RTO/RPO table · scaling plans.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Draw the topology clearly — two AZs, redundancy, tiers, connections.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Plan the sequencing (harden in place, no outage) and the simulations.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documented design is the Part-A deliverable.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EDAB0C"/>
                </a:solidFill>
                <a:latin typeface="Roboto"/>
              </a:rPr>
              <a:t>Topic 12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Review the baseline and find its single points of failure.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Design them out across two AZs (LB + ASG + Multi-AZ DB + redundant NAT).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Re-estimate recovery objectives against the requirement.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Document the design (five parts) and plan the implementation + simulations.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You produce the design — next you build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13 — HA implementation &amp; simulation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Implement your HA design on the running baseline, then simulate failures and resizes to prove it's fault tolerant.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your design document and your simulation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