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set the shift, don't teach method yet.</a:t>
            </a:r>
          </a:p>
          <a:p>
            <a:r>
              <a:t>• Topic 11 gave the concepts (SPOF, RTO/RPO, the toolkit); Topic 12 is where they PRODUCE an</a:t>
            </a:r>
          </a:p>
          <a:p>
            <a:r>
              <a:t>  HA design. This is the doing, not the knowing.</a:t>
            </a:r>
          </a:p>
          <a:p>
            <a:r>
              <a:t>• Stress the bolded edge: the baseline and the HA requirements are their INPUTS — the finished</a:t>
            </a:r>
          </a:p>
          <a:p>
            <a:r>
              <a:t>  design is what they build, we don't hand it out.</a:t>
            </a:r>
          </a:p>
          <a:p>
            <a:r>
              <a:t>• Three moves, map them to the three sections: review the baseline + find its SPOFs → design</a:t>
            </a:r>
          </a:p>
          <a:p>
            <a:r>
              <a:t>  them out → document the design and plan the work.</a:t>
            </a:r>
          </a:p>
          <a:p>
            <a:r>
              <a:t>• Topic 13 then implements and simulates exactly what they design here — so a sloppy design</a:t>
            </a:r>
          </a:p>
          <a:p>
            <a:r>
              <a:t>  now costs them next week.</a:t>
            </a:r>
          </a:p>
          <a:p>
            <a:r>
              <a:t>Misconception to pre-empt: "we'll be given an HA design to copy" — that's AT2 (design supplied →</a:t>
            </a:r>
          </a:p>
          <a:p>
            <a:r>
              <a:t>you build). AT3 flips it: the design IS the deliverable (502 element 3).</a:t>
            </a:r>
          </a:p>
          <a:p>
            <a:r>
              <a:t>Question to pose: "How is this Topic different from AT2 — who does the designing this time?"</a:t>
            </a:r>
          </a:p>
          <a:p>
            <a:r>
              <a:t>UoC/AT tie: develops ICTCLD502 elements 2–3, assessed in AT3 Part A (the HA Design document).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C1 — the rule is evaluate before you change. Keep it to orienting on the shape.</a:t>
            </a:r>
          </a:p>
          <a:p>
            <a:r>
              <a:t>• Start by understanding what's there: the multi-tier shape — presentation / logic / data</a:t>
            </a:r>
          </a:p>
          <a:p>
            <a:r>
              <a:t>  (web / app / database). Name the tiers on the baseline.</a:t>
            </a:r>
          </a:p>
          <a:p>
            <a:r>
              <a:t>• Each tier can be built, scaled and diagnosed separately — that's what lets them reason about</a:t>
            </a:r>
          </a:p>
          <a:p>
            <a:r>
              <a:t>  one tier's failure at a time.</a:t>
            </a:r>
          </a:p>
          <a:p>
            <a:r>
              <a:t>• Bolded line: review the deployed single-AZ baseline BEFORE changing anything — you can't</a:t>
            </a:r>
          </a:p>
          <a:p>
            <a:r>
              <a:t>  design out a weakness you haven't found.</a:t>
            </a:r>
          </a:p>
          <a:p>
            <a:r>
              <a:t>Misconception to pre-empt: keen students want to jump straight to "add a second AZ." Reviewing</a:t>
            </a:r>
          </a:p>
          <a:p>
            <a:r>
              <a:t>feels like wasted time — but a fix aimed at the wrong SPOF is wasted design.</a:t>
            </a:r>
          </a:p>
          <a:p>
            <a:r>
              <a:t>Question to pose: "Why review a system someone else already built before you improve it?"</a:t>
            </a:r>
          </a:p>
          <a:p>
            <a:r>
              <a:t>UoC/AT tie: ICTCLD502 PC 2.1 — review a multi-tier architecture and identify HA requirements;</a:t>
            </a:r>
          </a:p>
          <a:p>
            <a:r>
              <a:t>this is the AT3 Part A "evaluate availability"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C1 skill — make the SPOFs visible on the diagram. Work off the picture, not the prose.</a:t>
            </a:r>
          </a:p>
          <a:p>
            <a:r>
              <a:t>• Walk the architecture and mark every component whose failure stops the WHOLE service — that's</a:t>
            </a:r>
          </a:p>
          <a:p>
            <a:r>
              <a:t>  the test for a SPOF.</a:t>
            </a:r>
          </a:p>
          <a:p>
            <a:r>
              <a:t>• In a single-AZ cloud build (bolded), the SPOFs are the AZ itself, the one database, the one</a:t>
            </a:r>
          </a:p>
          <a:p>
            <a:r>
              <a:t>  running instance, the one NAT. Point at each on the diagram.</a:t>
            </a:r>
          </a:p>
          <a:p>
            <a:r>
              <a:t>• A network diagram makes them visible — find them all before designing any fix.</a:t>
            </a:r>
          </a:p>
          <a:p>
            <a:r>
              <a:t>Misconception to pre-empt: "we're in the cloud, so it's already redundant." No — a single-AZ</a:t>
            </a:r>
          </a:p>
          <a:p>
            <a:r>
              <a:t>build is full of SPOFs; the cloud gives you the tools for HA, it doesn't grant HA for free.</a:t>
            </a:r>
          </a:p>
          <a:p>
            <a:r>
              <a:t>Question to pose: point at a box — "if this one dies, does Ledgerline stay up? Then it's a SPOF."</a:t>
            </a:r>
          </a:p>
          <a:p>
            <a:r>
              <a:t>UoC/AT tie: ICTCLD502 PC 2.2 — identify single points of failure (AT3 Part A).</a:t>
            </a:r>
          </a:p>
          <a:p>
            <a:r>
              <a:t>[Diagram-led slide — drive the SPOF hunt off the network diagram.]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numbers on the baseline's resilience — this quantifies how bad the SPOFs are.</a:t>
            </a:r>
          </a:p>
          <a:p>
            <a:r>
              <a:t>• RPO comes from the backup interval (how much data you could lose); RTO from recovery-per-tier</a:t>
            </a:r>
          </a:p>
          <a:p>
            <a:r>
              <a:t>  plus testing (how long to get back up).</a:t>
            </a:r>
          </a:p>
          <a:p>
            <a:r>
              <a:t>• Walk the worked example slowly: 15-min backups → RPO 15 min; 30 min × 3 tiers + 1 h test →</a:t>
            </a:r>
          </a:p>
          <a:p>
            <a:r>
              <a:t>  RTO 2.5 h. Make them see where each number comes from.</a:t>
            </a:r>
          </a:p>
          <a:p>
            <a:r>
              <a:t>• Bolded line: flag components that scale VERTICALLY — they carry downtime (you resize by</a:t>
            </a:r>
          </a:p>
          <a:p>
            <a:r>
              <a:t>  stopping/restarting), which hurts availability.</a:t>
            </a:r>
          </a:p>
          <a:p>
            <a:r>
              <a:t>Misconception to pre-empt: RPO and RTO get conflated. RPO = data lost; RTO = time to restore —</a:t>
            </a:r>
          </a:p>
          <a:p>
            <a:r>
              <a:t>different clocks. And RTO is not just "the backup frequency."</a:t>
            </a:r>
          </a:p>
          <a:p>
            <a:r>
              <a:t>Question to pose: "If Ledgerline backs up hourly, what's the most data YAT could lose in a</a:t>
            </a:r>
          </a:p>
          <a:p>
            <a:r>
              <a:t>failure?" (that's the RPO).</a:t>
            </a:r>
          </a:p>
          <a:p>
            <a:r>
              <a:t>UoC/AT tie: ICTCLD502 PC 2.3 / PC 2.4 — estimate recovery objectives + vertical-scaling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first C1 practice. Analytical, no AWS console; they work from the supplied</a:t>
            </a:r>
          </a:p>
          <a:p>
            <a:r>
              <a:t>baseline design on paper/screen.</a:t>
            </a:r>
          </a:p>
          <a:p>
            <a:r>
              <a:t>Tell students: "You've been handed the single-AZ Accounting baseline. Before you can improve</a:t>
            </a:r>
          </a:p>
          <a:p>
            <a:r>
              <a:t>it, evaluate its availability — find where it's fragile and put numbers on it."</a:t>
            </a:r>
          </a:p>
          <a:p>
            <a:r>
              <a:t>Steps (put on the board):</a:t>
            </a:r>
          </a:p>
          <a:p>
            <a:r>
              <a:t>1. List its single points of failure (AZ · database · running instance · NAT).</a:t>
            </a:r>
          </a:p>
          <a:p>
            <a:r>
              <a:t>2. Estimate its RPO and RTO, and note where they fall short of the HA requirement.</a:t>
            </a:r>
          </a:p>
          <a:p>
            <a:r>
              <a:t>3. Note which components scale vertically and the downtime that implies.</a:t>
            </a:r>
          </a:p>
          <a:p>
            <a:r>
              <a:t>Must produce: a short written availability review — the SPOF list, the RPO/RTO estimate with</a:t>
            </a:r>
          </a:p>
          <a:p>
            <a:r>
              <a:t>the shortfall, and the vertical-scaling note. These findings drive the design next section.</a:t>
            </a:r>
          </a:p>
          <a:p>
            <a:r>
              <a:t>Timing: ~20 min then share. Where they get stuck: they list generic "the server could fail"</a:t>
            </a:r>
          </a:p>
          <a:p>
            <a:r>
              <a:t>rather than naming the specific single-AZ SPOFs — point them back to the four on the diagram;</a:t>
            </a:r>
          </a:p>
          <a:p>
            <a:r>
              <a:t>and some skip the RTO reasoning — remind them it's per-tier recovery + testing.</a:t>
            </a:r>
          </a:p>
          <a:p>
            <a:r>
              <a:t>Share-back prompt: "Which SPOF worried you most, and what's your RTO estimate?"</a:t>
            </a:r>
          </a:p>
          <a:p>
            <a:r>
              <a:t>No-leakage note: Ledgerline/Accounting is the PRACTICE baseline; AT3 assesses the SAME skill on</a:t>
            </a:r>
          </a:p>
          <a:p>
            <a:r>
              <a:t>the LMS baseline (design the LMS HA upgrade) — comparable, not identical. Keep them on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C2 — the mindset flip: HA is something you DESIGN, not something the cloud gives you.</a:t>
            </a:r>
          </a:p>
          <a:p>
            <a:r>
              <a:t>• Using the cloud doesn't make you highly available — you design the redundancy in.</a:t>
            </a:r>
          </a:p>
          <a:p>
            <a:r>
              <a:t>• Bolded line: for each SPOF, add redundancy across compute, storage and network so no single</a:t>
            </a:r>
          </a:p>
          <a:p>
            <a:r>
              <a:t>  failure stops the service.</a:t>
            </a:r>
          </a:p>
          <a:p>
            <a:r>
              <a:t>• The goal: an EQUIVALENT architecture — same function as the baseline — that keeps running when</a:t>
            </a:r>
          </a:p>
          <a:p>
            <a:r>
              <a:t>  one component, or one whole AZ, fails.</a:t>
            </a:r>
          </a:p>
          <a:p>
            <a:r>
              <a:t>Misconception to pre-empt: "we moved it to AWS, so it's now highly available." No — a single-AZ</a:t>
            </a:r>
          </a:p>
          <a:p>
            <a:r>
              <a:t>AWS build is no more available than an on-prem one; availability is a design property.</a:t>
            </a:r>
          </a:p>
          <a:p>
            <a:r>
              <a:t>Question to pose: "What makes a cloud build highly available — the cloud, or your design?"</a:t>
            </a:r>
          </a:p>
          <a:p>
            <a:r>
              <a:t>UoC/AT tie: ICTCLD502 PC 3.1 / PC 3.2 — design the HA-equivalent, remove SPOFs (AT3 Part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reference pattern they design toward — from ACA M10. Assemble it off the diagram tier by tier.</a:t>
            </a:r>
          </a:p>
          <a:p>
            <a:r>
              <a:t>• Spread the workload across TWO Availability Zones: load balancing across AZs → instances (an</a:t>
            </a:r>
          </a:p>
          <a:p>
            <a:r>
              <a:t>  ASG) across AZs → a Multi-AZ database.</a:t>
            </a:r>
          </a:p>
          <a:p>
            <a:r>
              <a:t>• Bolded line: the LB routes only to HEALTHY targets; the ASG keeps capacity in each AZ; the</a:t>
            </a:r>
          </a:p>
          <a:p>
            <a:r>
              <a:t>  database fails over automatically. Each mechanism removes a specific SPOF.</a:t>
            </a:r>
          </a:p>
          <a:p>
            <a:r>
              <a:t>• Redundant egress — a NAT per AZ — keeps outbound working if an AZ is lost.</a:t>
            </a:r>
          </a:p>
          <a:p>
            <a:r>
              <a:t>Misconception to pre-empt: "two AZs means two copies I fail over by hand." No — the managed</a:t>
            </a:r>
          </a:p>
          <a:p>
            <a:r>
              <a:t>services (ALB health checks, ASG, Multi-AZ RDS) do the failover; that's the point of using them.</a:t>
            </a:r>
          </a:p>
          <a:p>
            <a:r>
              <a:t>Question to pose: "If one whole AZ vanishes right now, which of these pieces keeps serving?"</a:t>
            </a:r>
          </a:p>
          <a:p>
            <a:r>
              <a:t>UoC/AT tie: ICTCLD502 KE 4 / KE 8 — redundancy across AZs, LB + autoscaling, Multi-AZ.</a:t>
            </a:r>
          </a:p>
          <a:p>
            <a:r>
              <a:t>[Diagram-led slide — build the cross-AZ topology visually.]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design — a systematic SPOF→fix mapping. Every fix must trace to a SPOF they found.</a:t>
            </a:r>
          </a:p>
          <a:p>
            <a:r>
              <a:t>• Single Availability Zone → a second AZ with mirrored subnets.</a:t>
            </a:r>
          </a:p>
          <a:p>
            <a:r>
              <a:t>• Single running instance → an Auto Scaling group spread across both AZs.</a:t>
            </a:r>
          </a:p>
          <a:p>
            <a:r>
              <a:t>• Single database → a Multi-AZ database with a synchronous standby + automatic failover.</a:t>
            </a:r>
          </a:p>
          <a:p>
            <a:r>
              <a:t>• Single NAT gateway (bolded) → a NAT gateway per AZ.</a:t>
            </a:r>
          </a:p>
          <a:p>
            <a:r>
              <a:t>• Tie it back: these are exactly the four SPOFs from C1 — the design is disciplined, not creative</a:t>
            </a:r>
          </a:p>
          <a:p>
            <a:r>
              <a:t>  for its own sake.</a:t>
            </a:r>
          </a:p>
          <a:p>
            <a:r>
              <a:t>Misconception to pre-empt: students add redundancy scattershot ("more of everything"). Stress</a:t>
            </a:r>
          </a:p>
          <a:p>
            <a:r>
              <a:t>each addition must remove a NAMED SPOF; redundancy with no SPOF behind it is just cost.</a:t>
            </a:r>
          </a:p>
          <a:p>
            <a:r>
              <a:t>Question to pose: "Take each SPOF you listed this morning — what's the single fix for it?"</a:t>
            </a:r>
          </a:p>
          <a:p>
            <a:r>
              <a:t>UoC/AT tie: ICTCLD502 PC 3.2 — identify and remove single points of failure as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Prove the design actually improves the numbers — and be honest about what it doesn't fix.</a:t>
            </a:r>
          </a:p>
          <a:p>
            <a:r>
              <a:t>• Re-estimate RPO/RTO for the HA design, per component and overall.</a:t>
            </a:r>
          </a:p>
          <a:p>
            <a:r>
              <a:t>• Bolded line: RPO is unchanged (still driven by backups); RTO drops to MINUTES for an AZ or</a:t>
            </a:r>
          </a:p>
          <a:p>
            <a:r>
              <a:t>  instance failure, because failover is now automatic.</a:t>
            </a:r>
          </a:p>
          <a:p>
            <a:r>
              <a:t>• Check the numbers meet the HA requirement — and note what REMAINS: the single Region.</a:t>
            </a:r>
          </a:p>
          <a:p>
            <a:r>
              <a:t>Misconception to pre-empt: "HA fixes everything." It doesn't — a single-Region design still</a:t>
            </a:r>
          </a:p>
          <a:p>
            <a:r>
              <a:t>falls to a Region-wide event; that's DR territory (CL2), explicitly out of scope here.</a:t>
            </a:r>
          </a:p>
          <a:p>
            <a:r>
              <a:t>Question to pose: "What does the second AZ do to your RTO — and what does it NOT protect against?"</a:t>
            </a:r>
          </a:p>
          <a:p>
            <a:r>
              <a:t>(the single Region.)</a:t>
            </a:r>
          </a:p>
          <a:p>
            <a:r>
              <a:t>UoC/AT tie: ICTCLD502 PC 3.3 / PC 3.4 — re-estimate recovery objectives for the HA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practice. Analytical design work on the baseline they reviewed in C1.</a:t>
            </a:r>
          </a:p>
          <a:p>
            <a:r>
              <a:t>Tell students: "You've evaluated the Accounting baseline and you have its SPOFs. Now design the</a:t>
            </a:r>
          </a:p>
          <a:p>
            <a:r>
              <a:t>upgrade — an HA-equivalent that removes every one of them."</a:t>
            </a:r>
          </a:p>
          <a:p>
            <a:r>
              <a:t>Steps (put on the board):</a:t>
            </a:r>
          </a:p>
          <a:p>
            <a:r>
              <a:t>1. Design out each SPOF using the mapping (2 AZs · cross-AZ ASG · Multi-AZ DB · NAT per AZ).</a:t>
            </a:r>
          </a:p>
          <a:p>
            <a:r>
              <a:t>2. Sketch the cross-AZ topology.</a:t>
            </a:r>
          </a:p>
          <a:p>
            <a:r>
              <a:t>3. Re-estimate the recovery objectives and confirm they meet the requirement.</a:t>
            </a:r>
          </a:p>
          <a:p>
            <a:r>
              <a:t>Must produce: a cross-AZ topology sketch + a SPOF→fix mapping + the re-estimated RPO/RTO</a:t>
            </a:r>
          </a:p>
          <a:p>
            <a:r>
              <a:t>against the requirement. This is the design core of the C3 document.</a:t>
            </a:r>
          </a:p>
          <a:p>
            <a:r>
              <a:t>Timing: ~25 min then share. Where they get stuck: they redesign from scratch or invent new tiers</a:t>
            </a:r>
          </a:p>
          <a:p>
            <a:r>
              <a:t>— pull them back to hardening the SAME architecture; and some forget the NAT-per-AZ / redundant</a:t>
            </a:r>
          </a:p>
          <a:p>
            <a:r>
              <a:t>egress — check every SPOF from C1 has a matching fix.</a:t>
            </a:r>
          </a:p>
          <a:p>
            <a:r>
              <a:t>Share-back prompt: "Show your topology — which SPOF does each new element remove?"</a:t>
            </a:r>
          </a:p>
          <a:p>
            <a:r>
              <a:t>No-leakage note: this is practice on the Accounting baseline; AT3 assesses the same design skill</a:t>
            </a:r>
          </a:p>
          <a:p>
            <a:r>
              <a:t>on the LMS baseline — comparable, not identical. Don't let LMS specifics leak in either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C3 — the five-part documentation framework (502). This is the shape of the AT3 deliverable.</a:t>
            </a:r>
          </a:p>
          <a:p>
            <a:r>
              <a:t>• Architecture diagram — the components, the redundancy, the connections between tiers.</a:t>
            </a:r>
          </a:p>
          <a:p>
            <a:r>
              <a:t>• Service list — the AWS services used and each one's purpose.</a:t>
            </a:r>
          </a:p>
          <a:p>
            <a:r>
              <a:t>• SPoF analysis — the SPOFs identified, and the solution implemented for each.</a:t>
            </a:r>
          </a:p>
          <a:p>
            <a:r>
              <a:t>• Bolded line: RTO/RPO table (recovery objectives per component and overall) + scaling plans</a:t>
            </a:r>
          </a:p>
          <a:p>
            <a:r>
              <a:t>  (what scales, how, and the trigger).</a:t>
            </a:r>
          </a:p>
          <a:p>
            <a:r>
              <a:t>Misconception to pre-empt: "the diagram IS the design document." No — the diagram is ONE of five</a:t>
            </a:r>
          </a:p>
          <a:p>
            <a:r>
              <a:t>parts; a diagram alone hides the reasoning, the objectives and the scaling story.</a:t>
            </a:r>
          </a:p>
          <a:p>
            <a:r>
              <a:t>Question to pose: "If you hand a client only a diagram, what can't they see about your design?"</a:t>
            </a:r>
          </a:p>
          <a:p>
            <a:r>
              <a:t>(the SPOF reasoning, the recovery numbers, what scales.)</a:t>
            </a:r>
          </a:p>
          <a:p>
            <a:r>
              <a:t>UoC/AT tie: ICTCLD502 PC 2.5 / PC 3.5 — document the review findings and the design (AT3 Part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draw the diagram WELL — it's the centrepiece of the document, so pitch the altitude right.</a:t>
            </a:r>
          </a:p>
          <a:p>
            <a:r>
              <a:t>• A logical diagram showing the two AZs, the redundancy, the tiers and their connections.</a:t>
            </a:r>
          </a:p>
          <a:p>
            <a:r>
              <a:t>• Focus on the key details — boundaries, resource types, connectivity — NOT every setting.</a:t>
            </a:r>
          </a:p>
          <a:p>
            <a:r>
              <a:t>• Bolded line: use the scenario's network-diagram conventions — the same draw.io style as the</a:t>
            </a:r>
          </a:p>
          <a:p>
            <a:r>
              <a:t>  baseline diagram (consistency reads as professional).</a:t>
            </a:r>
          </a:p>
          <a:p>
            <a:r>
              <a:t>Misconception to pre-empt: over-detailing — students try to draw every port, subnet CIDR and</a:t>
            </a:r>
          </a:p>
          <a:p>
            <a:r>
              <a:t>instance setting. This is a LOGICAL diagram, not a config dump; too much detail hides the design.</a:t>
            </a:r>
          </a:p>
          <a:p>
            <a:r>
              <a:t>Question to pose: "What's the right level of detail — enough to see the redundancy, not so much</a:t>
            </a:r>
          </a:p>
          <a:p>
            <a:r>
              <a:t>it becomes a settings list?"</a:t>
            </a:r>
          </a:p>
          <a:p>
            <a:r>
              <a:t>UoC/AT tie: ICTCLD502 PC 3.5 — document the architecture design; reuses the Topic 7 diagram</a:t>
            </a:r>
          </a:p>
          <a:p>
            <a:r>
              <a:t>conventions.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to Topic 13 — the plan they'll execute next week. Keep the two parts distinct.</a:t>
            </a:r>
          </a:p>
          <a:p>
            <a:r>
              <a:t>• Sequencing — the ORDER to harden the running baseline in place, without an outage (add the AZ,</a:t>
            </a:r>
          </a:p>
          <a:p>
            <a:r>
              <a:t>  extend the ASG/ALB across it, convert the DB to Multi-AZ). In place, not a rebuild.</a:t>
            </a:r>
          </a:p>
          <a:p>
            <a:r>
              <a:t>• Bolded line: the simulation plan — the failures and resizes they'll run to PROVE fault</a:t>
            </a:r>
          </a:p>
          <a:p>
            <a:r>
              <a:t>  tolerance (AZ/instance failure, database failover, resize under load).</a:t>
            </a:r>
          </a:p>
          <a:p>
            <a:r>
              <a:t>• This plan is exactly what Topic 13 executes — so it has to be concrete and ordered.</a:t>
            </a:r>
          </a:p>
          <a:p>
            <a:r>
              <a:t>Misconception to pre-empt: "we'll rebuild it as HA from scratch." No — you harden the RUNNING</a:t>
            </a:r>
          </a:p>
          <a:p>
            <a:r>
              <a:t>baseline in place, in an order that never takes Ledgerline down.</a:t>
            </a:r>
          </a:p>
          <a:p>
            <a:r>
              <a:t>Question to pose: "How do you add a second AZ to a live system without an outage — what goes first?"</a:t>
            </a:r>
          </a:p>
          <a:p>
            <a:r>
              <a:t>UoC/AT tie: AT3 Part A → B — the sequencing + simulation planning that sets up Topic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practice. This assembles everything from C1–C2 into the deliverable.</a:t>
            </a:r>
          </a:p>
          <a:p>
            <a:r>
              <a:t>Tell students: "Assemble your HA design for the Accounting upgrade into one document — this is</a:t>
            </a:r>
          </a:p>
          <a:p>
            <a:r>
              <a:t>the shape of the deliverable you'll produce for real in AT3."</a:t>
            </a:r>
          </a:p>
          <a:p>
            <a:r>
              <a:t>Steps (put on the board):</a:t>
            </a:r>
          </a:p>
          <a:p>
            <a:r>
              <a:t>1. Architecture diagram · service list · SPoF analysis + solutions · RTO/RPO table · scaling plans.</a:t>
            </a:r>
          </a:p>
          <a:p>
            <a:r>
              <a:t>2. Add the implementation sequencing and the simulation plan.</a:t>
            </a:r>
          </a:p>
          <a:p>
            <a:r>
              <a:t>Must produce: a single HA design document with all five framework parts PLUS the sequencing and</a:t>
            </a:r>
          </a:p>
          <a:p>
            <a:r>
              <a:t>simulation plan — complete enough that Topic 13 could implement straight from it.</a:t>
            </a:r>
          </a:p>
          <a:p>
            <a:r>
              <a:t>Timing: ~30 min then share. Where they get stuck: a strong diagram but a thin/absent SPoF</a:t>
            </a:r>
          </a:p>
          <a:p>
            <a:r>
              <a:t>analysis or RTO/RPO table — remind them all five parts are required, the diagram isn't the whole</a:t>
            </a:r>
          </a:p>
          <a:p>
            <a:r>
              <a:t>document; and vague sequencing ("just set it up") — push for a concrete, no-outage order.</a:t>
            </a:r>
          </a:p>
          <a:p>
            <a:r>
              <a:t>Share-back prompt: "Swap documents — could you implement someone else's design from it as written?"</a:t>
            </a:r>
          </a:p>
          <a:p>
            <a:r>
              <a:t>No-leakage note: practice document on the Accounting baseline; AT3 requires the same document for</a:t>
            </a:r>
          </a:p>
          <a:p>
            <a:r>
              <a:t>the LMS — comparable, not identical. This is a rehearsal of the AT3 Part A deliverable, not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upgrade — review the baseline, design out its single points of failure, and document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Now you design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AT3 Part A skills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11 gave you the concepts; Topic 12 is where you produce an HA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 design the upgrade yourself — the baseline and the HA requirements are your inputs, not a finished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review the baseline + find its SPOFs → design them out → document the design and plan the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13 then implements and simulates what you design 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the baseline &amp; find its SPOFs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evaluate before you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by understanding what's there: the multi-tier shape — presentation / logic / data (web / app / 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tier can be built, scaled and diagnosed separately.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Review the deployed single-AZ baseline before you change anything.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single points of failure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the architecture and mark every component whose failure stops the whole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In a single-AZ cloud build that's the AZ itself, the one database, the one running instance, the one NAT.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diagram makes the SPOFs visible — find them before you design the fix.</a:t>
            </a:r>
          </a:p>
        </p:txBody>
      </p:sp>
      <p:pic>
        <p:nvPicPr>
          <p:cNvPr id="5" name="Picture 4" descr="identify-spo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733" y="1783080"/>
            <a:ext cx="395277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Estimate the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 S8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Estimate the baseline's RPO from the backup interval, and its RTO from recovery-per-tier + testing.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Worked example: 15-min backups → RPO 15 min; 30 min × 3 tiers + 1 h test → RTO 2.5 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Flag components that scale vertically (they carry downtime) and the availability impact.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Accounting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Take the supplied single-AZ Accounting baseline and evaluate its availability: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its single points of failure (AZ · database · running instance · NAT)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its RPO and RTO, and where they fall short of the HA requirement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the components that scale vertically and the downtime that implies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Document your findings — they drive the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Review &amp; SPOFs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Understand the multi-tier baseline before you change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Identify every single point of failure — a diagram makes them visible.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Estimate the baseline's RPO/RTO and flag vertical-scaling 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Your findings are the input to the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Design the HA-equivalent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remove every SPOF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redundancy — remove the SPoFs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Using the cloud doesn't make you highly available — you design redundancy.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For each SPOF, add redundancy across compute, storage and network so no single failure stops the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goal: an equivalent architecture that keeps running when one component — or one AZ — fails.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cross-AZ HA architecture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M10 S41 · ICTCLD502 · Design HA S7–S8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Spread the workload across two Availability Zones: load balancing across AZs → instances (ASG) across AZs → a Multi-AZ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The load balancer routes only to healthy targets; the ASG keeps capacity in each AZ; the database fails over automatically.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Redundant egress (a NAT per AZ) keeps outbound working if an AZ is lost.</a:t>
            </a:r>
          </a:p>
        </p:txBody>
      </p:sp>
      <p:pic>
        <p:nvPicPr>
          <p:cNvPr id="5" name="Picture 4" descr="cross-az-ha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104" y="1783080"/>
            <a:ext cx="4760031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Remove each SPOF — the mapping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design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Availability Zone → a second AZ with mirrored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running instance → an Auto Scaling group spread across both AZs.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database → a Multi-AZ database with a synchronous standby + automatic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Single NAT gateway → a NAT gateway per AZ.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Re-estimate the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Re-estimate RPO/RTO for the HA design — per component and overall.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RPO is unchanged (backups); RTO drops to minutes for an AZ or instance failure via automatic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the numbers now meet the HA requirement — and note what remains (the single Region).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HA-equivalent for Accounting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Design the upgrade for the baseline you reviewed: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design out each SPOF using the mapping (2 AZs · cross-AZ ASG · Multi-AZ DB · NAT per AZ)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sketch the cross-AZ topology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re-estimate the recovery objectives and confirm they meet the requirement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HA isn't automatic — you design redundancy across the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Spread across two AZs: LB + ASG across AZs, Multi-AZ database, redundant NAT.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each SPOF to its fix — that's the HA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Re-estimate recovery objectives and check they meet the requirement.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 the design &amp; plan the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an HA design documents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Architecture diagram — the components, the redundancy, the connections between tiers.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Service list — the AWS services used and each one's purpose.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SPoF analysis — the SPOFs identified, and the solution implemented for each.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RTO/RPO table — recovery objectives per component and overall; scaling plans — what scales, how, and the trigger.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Draw the HA topology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 S12–S14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logical diagram showing the two AZs, the redundancy, the tiers and their connections.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Focus on the key details — boundaries, resource types, connectivity — not every setting.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Use the scenario's network-diagram conventions (the same draw.io style as the baseline diagram).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Plan the implementation &amp; simulation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sets up Topic 13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Sequencing — the order to harden the running baseline in place, without an outage (add the AZ, extend ASG/ALB, convert the DB to Multi-AZ).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Simulation plan — the failures and resizes you'll run to prove fault tolerance (AZ/instance failure, database failover, resize under load).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plan is what Topic 13 executes.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Produce your HA design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Assemble the HA design for the Accounting upgrade: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architecture diagram · service list · SPoF analysis + solutions · RTO/RPO table · scaling plans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implementation sequencing + the simulation plan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This is the deliverable — the design you'll implement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Document &amp;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HA design = diagram · service list · SPoF analysis · RTO/RPO table · scaling plans.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Draw the topology clearly — two AZs, redundancy, tiers, connections.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Plan the sequencing (harden in place, no outage) and the simulations.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documented design is the Part-A deliverable.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12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and find its single points of failure.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them out across two AZs (LB + ASG + Multi-AZ DB + redundant NAT).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Re-estimate recovery objectives against the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design (five parts) and plan the implementation + simulations.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produce the design — next you build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13 — HA implementation &amp; simulation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Implement your HA design on the running baseline, then simulate failures and resizes to prove it's fault tolerant.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design document and your simulation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