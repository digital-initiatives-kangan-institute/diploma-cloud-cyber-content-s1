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7–8. Task 7's exemplar row describes a subnet that already</a:t>
            </a:r>
          </a:p>
          <a:p>
            <a:r>
              <a:t>exists — make sure they read it as a pattern, not as their answer.</a:t>
            </a:r>
          </a:p>
          <a:p>
            <a:r>
              <a:t>Do not confirm or deny their capacity numbers; the workbook's considerations lead them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9. This is a deliberate trap and it only works if it is left</a:t>
            </a:r>
          </a:p>
          <a:p>
            <a:r>
              <a:t>intact — do not hint at the answer, in either direction.</a:t>
            </a:r>
          </a:p>
          <a:p>
            <a:r>
              <a:t>Students who write a change without checking the current-state table have failed the actual test;</a:t>
            </a:r>
          </a:p>
          <a:p>
            <a:r>
              <a:t>let the share-back surface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10. The exemplar row deliberately covers retention rather than</a:t>
            </a:r>
          </a:p>
          <a:p>
            <a:r>
              <a:t>the availability setting — the substantive decision is theirs. Watch for students who change the</a:t>
            </a:r>
          </a:p>
          <a:p>
            <a:r>
              <a:t>backup setting and think they have answered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11. Both answers are creditable. Do not steer.</a:t>
            </a:r>
          </a:p>
          <a:p>
            <a:r>
              <a:t>What is not creditable is not addressing it, or removing the risk without noticing there was a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12. The exemplar is the alarm that already exists, written in</a:t>
            </a:r>
          </a:p>
          <a:p>
            <a:r>
              <a:t>the table's own terms — its last sentence names the opening their alarms have to close.</a:t>
            </a:r>
          </a:p>
          <a:p>
            <a:r>
              <a:t>Do not name the metrics; the workbook's considerations lead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12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Designing the upgrade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Now you design it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design is the deliverable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have the targets and you have the gap. Nobody is going to hand you the answer.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design the change tier by tier: the network, the application tier, the balancer, the data tier, the outbound path, the monitoring.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Each tier gets the same two questions: what is actually there now, and what does this target require of it?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Sometimes the answer is that nothing needs to change. That is a design decision too, and it has to be argued.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Redundancy, and where it goes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network and the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Availability is designed, not granted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platform supplies tools, not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Running on a cloud platform does not make a system highly available.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platform gives you the means to build redundancy. Whether you have any depends on how you used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piece of redundancy you add should remove a weakness you actually named. Redundancy with nothing behind it is just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mechanisms available to you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four tools; your judgement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Placement across zones — run the same thing in more than one location.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Load balancing — spread traffic, and route only to what is healthy.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scaling group across zones — hold healthy capacity in each location, and replace what dies.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standby database — a synchronised copy in another location, promoted automatically.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Which of these this environment needs is your call to make, tier by tier.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Designing network capacity for a second location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subnet belongs to a tier and a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server can only run somewhere it has a subnet to run 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Subnets that exist for other purposes are not interchangeable — a subnet belongs to a tier as well as to a location.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Follow the addressing and naming already in use. A design that breaks the existing convention reads as a mistake to whoever builds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Designing the application tier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work the minimum backwards from the failure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scaling group can only launch into the subnets it is given. That setting is what makes a second location reachable at all; everything else depends on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Then the capacity numbers. Work them backwards from the failure: a location is lost, and you still need capacity serving. What is the smallest minimum that guarantees it?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Minimum is about surviving. Maximum is about load. They answer different questions, and the busiest period is what sets the second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your diagram has to show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enough to build from, not everything you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A logical diagram, not a settings dump. Someone should be able to build from it without asking you a question, and should not have to read every value to see the shape.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What goes on it: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900" b="0" i="0">
                <a:solidFill>
                  <a:srgbClr val="2A2929"/>
                </a:solidFill>
                <a:latin typeface="Roboto"/>
              </a:rPr>
              <a:t>the zone boundaries, so it is obvious what is in which place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900" b="0" i="0">
                <a:solidFill>
                  <a:srgbClr val="2A2929"/>
                </a:solidFill>
                <a:latin typeface="Roboto"/>
              </a:rPr>
              <a:t>one box per subnet, labelled with its name, its range and its zone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900" b="0" i="0">
                <a:solidFill>
                  <a:srgbClr val="2A2929"/>
                </a:solidFill>
                <a:latin typeface="Roboto"/>
              </a:rPr>
              <a:t>the resources sitting inside the subnet they actually run in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900" b="0" i="0">
                <a:solidFill>
                  <a:srgbClr val="2A2929"/>
                </a:solidFill>
                <a:latin typeface="Roboto"/>
              </a:rPr>
              <a:t>lines only where traffic really flows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What stays off it: instance types, thresholds, rule-by-rule settings. Those live in your tables.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 worked example — a different client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same shapes, your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This is another client's environment, drawn the way yours should be drawn.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It is not your system and not your answer. Copy the shapes and the labelling, not the content.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 across it: zone boundary → subnet boxes → what sits in each → the connections between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Yours should be recognisably the same kind of drawing, with your environment's details in it.</a:t>
            </a:r>
          </a:p>
        </p:txBody>
      </p:sp>
      <p:pic>
        <p:nvPicPr>
          <p:cNvPr id="5" name="Picture 4" descr="example-topology-other-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27910"/>
            <a:ext cx="5120640" cy="2933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Design the network and the application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7 and 8. Draw your diagram to match the example's conventions.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Record the subnet or subnets you are adding and where, sketch the environment you are aiming for, then design the scaling group's subnets and capacity, with a reason for each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Network and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platform gives you tools; the redundancy is yours to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addition should remove a weakness you named.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scaling group reaches only the subnets it is given.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Minimum is about survival; maximum is about load.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Check before you design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what is already there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most expensive design error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read it before you draw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is not designing the wrong thing. It is designing something that already exists.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wastes the client's money, and it tells whoever reads your design that you did not look.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Before you design any tier, go back to the description of the current environment and read what is already true of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"Nothing to do" is a real answer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say it, and say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a tier already meets the requirement, the correct design decision is to leave it alone.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But it only counts if you say so and say why. Silence reads as an oversight.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Watch for the reflex answer. "Make it highly available" is what everyone writes; whether there is anything left to make is a different question.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There is a related question worth asking of every tier: when something new appears, who connects it up — you, or something already running?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Design the load balancer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9.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Decide what your design does about the load balancer, and record why — checking what is already there before you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Checking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Designing something that already exists is the expensive error.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"No change needed, because…" is a complete answer; silence is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data tier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worst numbers you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 standby is not a backup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different problems, different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standby is a synchronised copy that can take over. It addresses losing the instance or its location, and it acts on its own.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backup is a point-in-time copy. It addresses the data itself being wrong — a bad run, a deletion — which failing over to a synchronised copy of the same bad data does not fix.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They solve different problems and answer different numbers. Most designs need both.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automatic failover changes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it moves one number, not both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standby that is promoted automatically turns a recovery measured in hours into one measured in minutes or less.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It changes your recovery time. It does not change how much data you could lose — that is still the backup question.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application connects to the database by name, so when the standby takes over nothing has to be reconfigured. That is why the recovery is fast.</a:t>
            </a:r>
          </a:p>
        </p:txBody>
      </p:sp>
      <p:pic>
        <p:nvPicPr>
          <p:cNvPr id="5" name="Picture 4" descr="multi-az-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189" y="1783080"/>
            <a:ext cx="2619862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Design the data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10.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Design the change to the component with the worst recovery numbers in your review, and state what it gives you that the current configuration does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data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standby covers losing the instance; a backup covers the data being wrong.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Automatic failover moves your recovery time, not your data loss.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Connecting by name is what makes failover invisible.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outbound path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consistency, or a documented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tier people forget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gateway and the 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Servers in a new location still need whatever they use to reach out — and whatever that is, it lives somewhere.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gateway is only half of it. A subnet with no route table of its own falls back to a default with no path out at all, so the route is what actually sends traffic anywhere.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Accepting a risk is a design position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written down, or an oversight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Redundancy costs money, and a client with a budget is entitled to weigh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Accepting a risk deliberately — naming what breaks, and when — is a legitimate engineering answer.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accepted risk you wrote down is a design position. The same risk unmentioned is an oversight. The difference is only the writing down.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Consistency matters too: if you have designed around losing a location everywhere else, leaving one tier depending on it is a choice you have to be able to defend.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Design the outbound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11.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Design what the servers in the new location use to reach out, and be explicit about whether you are removing the risk or accepting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Section 4 · The outbound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new subnet needs a route, not just a gateway.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Accepting a documented risk is a design position; an unmentioned one is an oversight.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Monitoring the thing you designed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would anything tell you?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alarms you have watch the old shape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success can be silent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monitoring built with the original platform answers the questions that mattered then.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After your change, a whole location can be lost and the service can keep running. That is the design working — and it means nothing obvious goes wrong.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 ask of each existing alarm: if this happened at 2am on a Sunday, would anything tell 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makes an alarm worth having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finish the sentence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alarm needs a metric, a threshold, and a failure it would actually catch.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Watch out for metrics that aggregate across the thing you are trying to distinguish — a total that stays healthy tells you nothing about where the health is.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For each alarm you design, finish this sentence: "this fires when ___, which means ___ has happened." If you cannot, the threshold is a guess.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Design the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12.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Design the monitoring that would tell you about the failures your new design is meant to survive, and say what each alarm detects.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Topic 12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Redundancy is designed, and each piece should remove a named weakness.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Check what exists before designing a change to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standby moves recovery time; backups cover the data being wrong.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 accepted risk must be written down to 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After a successful design, failures get quieter — design the monitoring for that.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 — checking your own work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have a design. You do not yet know whether it hangs together, or whether it closes the gap you measured.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check it against your own review, then plan how you will actually apply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