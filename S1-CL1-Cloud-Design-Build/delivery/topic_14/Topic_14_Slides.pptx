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and for the whole course. Set expectations;</a:t>
            </a:r>
          </a:p>
          <a:p>
            <a:r>
              <a:t>don't write the report yet.</a:t>
            </a:r>
          </a:p>
          <a:p>
            <a:r>
              <a:t>• Where this fits: Topic 13 implemented the HA design and proved it under simulated failure.</a:t>
            </a:r>
          </a:p>
          <a:p>
            <a:r>
              <a:t>Topic 14 turns that evidence into the deliverable and closes the engagement.</a:t>
            </a:r>
          </a:p>
          <a:p>
            <a:r>
              <a:t>• The three moves: write the HA Deployment Report (the simulation findings are its heart),</a:t>
            </a:r>
          </a:p>
          <a:p>
            <a:r>
              <a:t>evidence knowledge in context, close out with feedback + sign-off.</a:t>
            </a:r>
          </a:p>
          <a:p>
            <a:r>
              <a:t>• Stress the arc (the bolded line): this is the end of AT3 — and of advise → build → harden.</a:t>
            </a:r>
          </a:p>
          <a:p>
            <a:r>
              <a:t>They advised in AT1, built in AT2, hardened in AT3; today they document and sign off.</a:t>
            </a:r>
          </a:p>
          <a:p>
            <a:r>
              <a:t>• How they practise: on the Accounting System (Ledgerline), from their own Topic 13 evidence.</a:t>
            </a:r>
          </a:p>
          <a:p>
            <a:r>
              <a:t>Misconception to pre-empt: "the build is done, so we're finished." No — an engagement isn't</a:t>
            </a:r>
          </a:p>
          <a:p>
            <a:r>
              <a:t>complete until it's documented, the knowledge is evidenced, and the client has signed off.</a:t>
            </a:r>
          </a:p>
          <a:p>
            <a:r>
              <a:t>Question to pose: "You've proven the HA design works — why isn't the job done yet?" — draws</a:t>
            </a:r>
          </a:p>
          <a:p>
            <a:r>
              <a:t>out that documentation + closure ARE the deliverable, not an afterthought.</a:t>
            </a:r>
          </a:p>
          <a:p>
            <a:r>
              <a:t>UoC/AT3 tie: AT3 = ICTCLD502; this Topic evidences PC 3.5, 4.6, 5.2, 5.3, KE 4 and PE 1 — the</a:t>
            </a:r>
          </a:p>
          <a:p>
            <a:r>
              <a:t>whole finalise-and-document end of the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evidence discipline first — it's the foundation the whole report cites. Callback hard</a:t>
            </a:r>
          </a:p>
          <a:p>
            <a:r>
              <a:t>to Topic 10 (AT2): same skill, the HA deliverable.</a:t>
            </a:r>
          </a:p>
          <a:p>
            <a:r>
              <a:t>• Walk the three appendices: A — build screenshots; B — configuration exports; C — test &amp;</a:t>
            </a:r>
          </a:p>
          <a:p>
            <a:r>
              <a:t>simulation evidence. Everything captured in Topic 13 gets organised here.</a:t>
            </a:r>
          </a:p>
          <a:p>
            <a:r>
              <a:t>• The key move (bolded): label and number each item so the narrative can cite it. An</a:t>
            </a:r>
          </a:p>
          <a:p>
            <a:r>
              <a:t>unlabelled screenshot proves nothing; a cited one turns a claim into proof.</a:t>
            </a:r>
          </a:p>
          <a:p>
            <a:r>
              <a:t>• Frame traceability as the assessor's job made easy — every §6 finding points to a numbered</a:t>
            </a:r>
          </a:p>
          <a:p>
            <a:r>
              <a:t>appendix item they can check.</a:t>
            </a:r>
          </a:p>
          <a:p>
            <a:r>
              <a:t>Misconception to pre-empt: "the appendices are a dumping ground for screenshots." No — they're</a:t>
            </a:r>
          </a:p>
          <a:p>
            <a:r>
              <a:t>a curated, labelled evidence set the narrative references by number; unorganised evidence is</a:t>
            </a:r>
          </a:p>
          <a:p>
            <a:r>
              <a:t>unusable evidence.</a:t>
            </a:r>
          </a:p>
          <a:p>
            <a:r>
              <a:t>Question to pose: "If you write 'the failover succeeded' in §6, what in the appendices has to</a:t>
            </a:r>
          </a:p>
          <a:p>
            <a:r>
              <a:t>be there for an assessor to believe you?" (the labelled simulation evidence in Appendix C).</a:t>
            </a:r>
          </a:p>
          <a:p>
            <a:r>
              <a:t>UoC/AT3 tie: supports PC 3.5 (document the implemented design) and PE 1 — the documented</a:t>
            </a:r>
          </a:p>
          <a:p>
            <a:r>
              <a:t>fault-tolerant infrastructure rests on traceable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template as the deliverable's skeleton — students write to it, so walk it</a:t>
            </a:r>
          </a:p>
          <a:p>
            <a:r>
              <a:t>deliberately.</a:t>
            </a:r>
          </a:p>
          <a:p>
            <a:r>
              <a:t>• Walk the sections: §1 Executive Summary · §2 Engagement Context · §3 Scope (the maintenance</a:t>
            </a:r>
          </a:p>
          <a:p>
            <a:r>
              <a:t>window) · §4 Build/Change Narrative · §5 Configuration Decisions · §6 Testing, Simulation &amp;</a:t>
            </a:r>
          </a:p>
          <a:p>
            <a:r>
              <a:t>Validation · §7 Operational Handover · §8 Knowledge Evidence.</a:t>
            </a:r>
          </a:p>
          <a:p>
            <a:r>
              <a:t>• Appendices A–D: A screenshots · B config exports · C test/simulation evidence · D reflections.</a:t>
            </a:r>
          </a:p>
          <a:p>
            <a:r>
              <a:t>• Flag which sections carry the weight: §6 (the heart, next slide) and §8 (contextual KE, C2).</a:t>
            </a:r>
          </a:p>
          <a:p>
            <a:r>
              <a:t>§1 is written last.</a:t>
            </a:r>
          </a:p>
          <a:p>
            <a:r>
              <a:t>Misconception to pre-empt: "this is a different report from AT2." It's the same template shape</a:t>
            </a:r>
          </a:p>
          <a:p>
            <a:r>
              <a:t>as the AT2 Deployment Report — the content is the HA change, not the whole build. Reassure</a:t>
            </a:r>
          </a:p>
          <a:p>
            <a:r>
              <a:t>them they've done this once already.</a:t>
            </a:r>
          </a:p>
          <a:p>
            <a:r>
              <a:t>Question to pose: "Which section does an assessor turn to first to see the HA design actually</a:t>
            </a:r>
          </a:p>
          <a:p>
            <a:r>
              <a:t>works?" (§6 — the proof).</a:t>
            </a:r>
          </a:p>
          <a:p>
            <a:r>
              <a:t>UoC/AT3 tie: PC 3.5 — documenting the implemented HA design to the required structure; the</a:t>
            </a:r>
          </a:p>
          <a:p>
            <a:r>
              <a:t>report as a whole is AT3's marking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highest-value slide of the Topic — §6 is what AT3 is marked on. Give it the weight.</a:t>
            </a:r>
          </a:p>
          <a:p>
            <a:r>
              <a:t>• Walk what §6 holds: the failure simulation, the resize simulation, and the availability you</a:t>
            </a:r>
          </a:p>
          <a:p>
            <a:r>
              <a:t>measured — all from the Topic 13 work.</a:t>
            </a:r>
          </a:p>
          <a:p>
            <a:r>
              <a:t>• The key move (bolded): compare the findings to the design's recovery objectives, and record</a:t>
            </a:r>
          </a:p>
          <a:p>
            <a:r>
              <a:t>any adjustments you made. It's not "here's what happened" — it's "here's what happened,</a:t>
            </a:r>
          </a:p>
          <a:p>
            <a:r>
              <a:t>measured against what we designed for."</a:t>
            </a:r>
          </a:p>
          <a:p>
            <a:r>
              <a:t>• Drive the point: this section is the evidence the HA design actually delivers fault</a:t>
            </a:r>
          </a:p>
          <a:p>
            <a:r>
              <a:t>tolerance; everything else in the report supports it.</a:t>
            </a:r>
          </a:p>
          <a:p>
            <a:r>
              <a:t>Misconception to pre-empt: "§6 is a description of the tests I ran." No — it's an evaluation:</a:t>
            </a:r>
          </a:p>
          <a:p>
            <a:r>
              <a:t>did the results MEET the recovery objectives, and if not, what did you change? Narration</a:t>
            </a:r>
          </a:p>
          <a:p>
            <a:r>
              <a:t>without comparison earns little.</a:t>
            </a:r>
          </a:p>
          <a:p>
            <a:r>
              <a:t>Question to pose: "Your failover took longer than the design's recovery target — does that go</a:t>
            </a:r>
          </a:p>
          <a:p>
            <a:r>
              <a:t>in §6, and how do you write it up?" (yes — record the gap and the adjustment; honesty is</a:t>
            </a:r>
          </a:p>
          <a:p>
            <a:r>
              <a:t>evidence).</a:t>
            </a:r>
          </a:p>
          <a:p>
            <a:r>
              <a:t>UoC/AT3 tie: PC 4.6 (compare and document simulation findings against the documented design) —</a:t>
            </a:r>
          </a:p>
          <a:p>
            <a:r>
              <a:t>produced in Topic 13, written up here; the centre of AT3's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supporting sections — the report body around §6. Keep the pace up; these frame the</a:t>
            </a:r>
          </a:p>
          <a:p>
            <a:r>
              <a:t>heart.</a:t>
            </a:r>
          </a:p>
          <a:p>
            <a:r>
              <a:t>• §4 the Build/Change Narrative: the HA changes FROM the baseline — cross-AZ network, cross-AZ</a:t>
            </a:r>
          </a:p>
          <a:p>
            <a:r>
              <a:t>ASG + ALB, Multi-AZ database — cross-referencing the appendices as it goes.</a:t>
            </a:r>
          </a:p>
          <a:p>
            <a:r>
              <a:t>• §5 the configuration decisions, each justified (why Multi-AZ, why cross-AZ scaling).</a:t>
            </a:r>
          </a:p>
          <a:p>
            <a:r>
              <a:t>• §7 Operational Handover: what YAT ICT now runs — the HA-tuned alarms, the failover behaviour,</a:t>
            </a:r>
          </a:p>
          <a:p>
            <a:r>
              <a:t>what to watch. This is what the client operates after you leave.</a:t>
            </a:r>
          </a:p>
          <a:p>
            <a:r>
              <a:t>• §1 Executive Summary (bolded): write it LAST — you can't summarise a report you haven't</a:t>
            </a:r>
          </a:p>
          <a:p>
            <a:r>
              <a:t>written.</a:t>
            </a:r>
          </a:p>
          <a:p>
            <a:r>
              <a:t>Misconception to pre-empt: "§4 is the whole build from scratch." No — it's the HA CHANGES from</a:t>
            </a:r>
          </a:p>
          <a:p>
            <a:r>
              <a:t>the AT2 baseline, not a rebuild narrative; the baseline is assumed, the delta is documented.</a:t>
            </a:r>
          </a:p>
          <a:p>
            <a:r>
              <a:t>Question to pose: "§7 hands the system to YAT's ICT team — what do they need to know that they</a:t>
            </a:r>
          </a:p>
          <a:p>
            <a:r>
              <a:t>didn't before the HA work?" (the failover behaviour and the new alarms to watch).</a:t>
            </a:r>
          </a:p>
          <a:p>
            <a:r>
              <a:t>UoC/AT3 tie: PC 3.5 (as-built documentation) and PE 1 (the fault-tolerant infrastructure</a:t>
            </a:r>
          </a:p>
          <a:p>
            <a:r>
              <a:t>documented in full).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build task; the main writing activity of the Topic. They assemble</a:t>
            </a:r>
          </a:p>
          <a:p>
            <a:r>
              <a:t>the report from their own Topic 13 evidence.</a:t>
            </a:r>
          </a:p>
          <a:p>
            <a:r>
              <a:t>Tell students: "Write the HA Deployment Report to the template for the practice engagement.</a:t>
            </a:r>
          </a:p>
          <a:p>
            <a:r>
              <a:t>Your Topic 13 evidence and simulation findings are the raw material — organise them into the</a:t>
            </a:r>
          </a:p>
          <a:p>
            <a:r>
              <a:t>appendices, then write the narrative that cites them."</a:t>
            </a:r>
          </a:p>
          <a:p>
            <a:r>
              <a:t>Steps (put on the board):</a:t>
            </a:r>
          </a:p>
          <a:p>
            <a:r>
              <a:t>1. §4 — the HA changes from the baseline.</a:t>
            </a:r>
          </a:p>
          <a:p>
            <a:r>
              <a:t>2. §5 — the configuration decisions, justified.</a:t>
            </a:r>
          </a:p>
          <a:p>
            <a:r>
              <a:t>3. §6 — your simulation findings, compared to the recovery objectives (the centrepiece).</a:t>
            </a:r>
          </a:p>
          <a:p>
            <a:r>
              <a:t>4. Cross-reference Appendices A/B/C; write §7 the handover.</a:t>
            </a:r>
          </a:p>
          <a:p>
            <a:r>
              <a:t>Must produce: a drafted report (§4–§7 + organised appendices) where every claim ties back to a</a:t>
            </a:r>
          </a:p>
          <a:p>
            <a:r>
              <a:t>labelled appendix item.</a:t>
            </a:r>
          </a:p>
          <a:p>
            <a:r>
              <a:t>Timing: ~40 min. Where they get stuck: they narrate §6 without comparing to the design</a:t>
            </a:r>
          </a:p>
          <a:p>
            <a:r>
              <a:t>objectives — circulate and push "measured against what?"; and unlabelled evidence — send them</a:t>
            </a:r>
          </a:p>
          <a:p>
            <a:r>
              <a:t>back to number it.</a:t>
            </a:r>
          </a:p>
          <a:p>
            <a:r>
              <a:t>Share-back: take one §6 write-up and ask the room whether the finding is evidenced by a cited</a:t>
            </a:r>
          </a:p>
          <a:p>
            <a:r>
              <a:t>item.</a:t>
            </a:r>
          </a:p>
          <a:p>
            <a:r>
              <a:t>No-leakage note: this is the PRACTICE report on Ledgerline; the assessed HA report is built on</a:t>
            </a:r>
          </a:p>
          <a:p>
            <a:r>
              <a:t>the LMS in AT3 — comparable, not identical. Keep them on the scenario system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contextual KE — the distinctive move of §8. The knowledge must be grounded, not abstract.</a:t>
            </a:r>
          </a:p>
          <a:p>
            <a:r>
              <a:t>• What §8 asks: answer the knowledge questions about high availability — fault tolerance,</a:t>
            </a:r>
          </a:p>
          <a:p>
            <a:r>
              <a:t>recovery objectives, redundancy, the trade-offs.</a:t>
            </a:r>
          </a:p>
          <a:p>
            <a:r>
              <a:t>• The key move (bolded): ground every answer in your OWN HA work — cite your design and your</a:t>
            </a:r>
          </a:p>
          <a:p>
            <a:r>
              <a:t>simulation findings, not a textbook definition.</a:t>
            </a:r>
          </a:p>
          <a:p>
            <a:r>
              <a:t>• Make it concrete: "Why Multi-AZ for the database?" → "because of this workload and what my</a:t>
            </a:r>
          </a:p>
          <a:p>
            <a:r>
              <a:t>failover simulation showed" — the answer points back at their evidence.</a:t>
            </a:r>
          </a:p>
          <a:p>
            <a:r>
              <a:t>Misconception to pre-empt: "knowledge evidence means writing textbook definitions." No —</a:t>
            </a:r>
          </a:p>
          <a:p>
            <a:r>
              <a:t>contextual KE means proving you understand HA BY explaining your own design choices; a generic</a:t>
            </a:r>
          </a:p>
          <a:p>
            <a:r>
              <a:t>definition shows recall, not applied understanding.</a:t>
            </a:r>
          </a:p>
          <a:p>
            <a:r>
              <a:t>Question to pose: "How is 'define fault tolerance' different from 'explain the fault tolerance</a:t>
            </a:r>
          </a:p>
          <a:p>
            <a:r>
              <a:t>in YOUR design'?" (the second cites their build; that's what §8 wants).</a:t>
            </a:r>
          </a:p>
          <a:p>
            <a:r>
              <a:t>UoC/AT3 tie: KE 4, evidenced contextually — the unit's knowledge evidence proven through the</a:t>
            </a:r>
          </a:p>
          <a:p>
            <a:r>
              <a:t>learner's own HA work rather than abstractly.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short, grounded KE writing.</a:t>
            </a:r>
          </a:p>
          <a:p>
            <a:r>
              <a:t>Tell students: "Complete §8 for the practice engagement. For each knowledge question, don't</a:t>
            </a:r>
          </a:p>
          <a:p>
            <a:r>
              <a:t>define the term — explain it through YOUR design, YOUR decisions and YOUR simulation results."</a:t>
            </a:r>
          </a:p>
          <a:p>
            <a:r>
              <a:t>Steps:</a:t>
            </a:r>
          </a:p>
          <a:p>
            <a:r>
              <a:t>1. Take each question — availability · fault tolerance · recovery objectives · redundancy</a:t>
            </a:r>
          </a:p>
          <a:p>
            <a:r>
              <a:t>mechanisms.</a:t>
            </a:r>
          </a:p>
          <a:p>
            <a:r>
              <a:t>2. Answer it referencing your actual HA design and what your simulation showed.</a:t>
            </a:r>
          </a:p>
          <a:p>
            <a:r>
              <a:t>Must produce: §8 answers, each tied to a specific part of their own system — not generic best</a:t>
            </a:r>
          </a:p>
          <a:p>
            <a:r>
              <a:t>practice.</a:t>
            </a:r>
          </a:p>
          <a:p>
            <a:r>
              <a:t>Timing: ~20 min then compare. Where they get stuck: they slip into textbook definitions —</a:t>
            </a:r>
          </a:p>
          <a:p>
            <a:r>
              <a:t>circulate and ask "which part of YOUR design shows that?" to pull the answer back to their</a:t>
            </a:r>
          </a:p>
          <a:p>
            <a:r>
              <a:t>evidence.</a:t>
            </a:r>
          </a:p>
          <a:p>
            <a:r>
              <a:t>Share-back: read one generic answer and one grounded answer; ask the room which evidences</a:t>
            </a:r>
          </a:p>
          <a:p>
            <a:r>
              <a:t>understanding.</a:t>
            </a:r>
          </a:p>
          <a:p>
            <a:r>
              <a:t>No-leakage note: practice KE on Ledgerline here; AT3 assesses the same contextual-KE skill on</a:t>
            </a:r>
          </a:p>
          <a:p>
            <a:r>
              <a:t>the LMS build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finalise element — the formal close of an engagement, reused from 502 Topic 4</a:t>
            </a:r>
          </a:p>
          <a:p>
            <a:r>
              <a:t>S11–S12.</a:t>
            </a:r>
          </a:p>
          <a:p>
            <a:r>
              <a:t>• Walk it: at completion, collect UNBIASED feedback to confirm the design meets requirements —</a:t>
            </a:r>
          </a:p>
          <a:p>
            <a:r>
              <a:t>surveys, one-on-one interviews, focus groups.</a:t>
            </a:r>
          </a:p>
          <a:p>
            <a:r>
              <a:t>• Confirm, seek and RESPOND to feedback from the required personnel — feedback you ignore isn't</a:t>
            </a:r>
          </a:p>
          <a:p>
            <a:r>
              <a:t>closure.</a:t>
            </a:r>
          </a:p>
          <a:p>
            <a:r>
              <a:t>• Then obtain final SIGN-OFF from the project sponsor or delegated authority (bolded) —</a:t>
            </a:r>
          </a:p>
          <a:p>
            <a:r>
              <a:t>generally the last step in closing a project.</a:t>
            </a:r>
          </a:p>
          <a:p>
            <a:r>
              <a:t>Misconception to pre-empt: "sign-off is just a signature at the end." No — it follows seeking</a:t>
            </a:r>
          </a:p>
          <a:p>
            <a:r>
              <a:t>and responding to feedback; the client signs off because their requirements were confirmed met,</a:t>
            </a:r>
          </a:p>
          <a:p>
            <a:r>
              <a:t>not as a formality.</a:t>
            </a:r>
          </a:p>
          <a:p>
            <a:r>
              <a:t>Question to pose: "Why collect feedback from someone OTHER than yourself before sign-off?"</a:t>
            </a:r>
          </a:p>
          <a:p>
            <a:r>
              <a:t>(unbiased confirmation the design meets requirements — you can't sign off your own work).</a:t>
            </a:r>
          </a:p>
          <a:p>
            <a:r>
              <a:t>UoC/AT3 tie: PC 5.2 (confirm, seek and respond to feedback) and PC 5.3 (obtain final sign-off)</a:t>
            </a:r>
          </a:p>
          <a:p>
            <a:r>
              <a:t>— the finalise element that distinguishes closure from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reflection as a genuine review — short slide, but the distinction matters and it's</a:t>
            </a:r>
          </a:p>
          <a:p>
            <a:r>
              <a:t>assessed.</a:t>
            </a:r>
          </a:p>
          <a:p>
            <a:r>
              <a:t>• What it is: an honest reflection on the HA engagement — what worked, what you'd do</a:t>
            </a:r>
          </a:p>
          <a:p>
            <a:r>
              <a:t>differently, what you learned.</a:t>
            </a:r>
          </a:p>
          <a:p>
            <a:r>
              <a:t>• The key move (bolded): a reflection is a REVIEW, not a summary of what you did. "I built a</a:t>
            </a:r>
          </a:p>
          <a:p>
            <a:r>
              <a:t>Multi-AZ database" is a summary; "Multi-AZ was the right call because… but I'd test failover</a:t>
            </a:r>
          </a:p>
          <a:p>
            <a:r>
              <a:t>earlier next time" is a reflection.</a:t>
            </a:r>
          </a:p>
          <a:p>
            <a:r>
              <a:t>• Frame the value: it's how you improve the next engagement — and it's marked (Appendix D).</a:t>
            </a:r>
          </a:p>
          <a:p>
            <a:r>
              <a:t>Misconception to pre-empt: "reflection = restate the tasks I completed." No — that's a summary;</a:t>
            </a:r>
          </a:p>
          <a:p>
            <a:r>
              <a:t>reflection evaluates the choices and names what you'd change.</a:t>
            </a:r>
          </a:p>
          <a:p>
            <a:r>
              <a:t>Question to pose: "What's one thing about your HA build you'd do differently — and why?" (models</a:t>
            </a:r>
          </a:p>
          <a:p>
            <a:r>
              <a:t>the evaluative move the reflection wants).</a:t>
            </a:r>
          </a:p>
          <a:p>
            <a:r>
              <a:t>UoC/AT3 tie: part of AT3's evidence (Appendix D); supports the finalise element and demonstrates</a:t>
            </a:r>
          </a:p>
          <a:p>
            <a:r>
              <a:t>the reflective practice the unit expects.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practice; the final activity of the Topic and the course. They</a:t>
            </a:r>
          </a:p>
          <a:p>
            <a:r>
              <a:t>formally close the practice engagement.</a:t>
            </a:r>
          </a:p>
          <a:p>
            <a:r>
              <a:t>Tell students: "Finalise the practice engagement. Seek feedback on your report and record your</a:t>
            </a:r>
          </a:p>
          <a:p>
            <a:r>
              <a:t>response, obtain and record final sign-off, then write your honest reflection."</a:t>
            </a:r>
          </a:p>
          <a:p>
            <a:r>
              <a:t>Steps:</a:t>
            </a:r>
          </a:p>
          <a:p>
            <a:r>
              <a:t>1. Seek feedback on your report and record your response (§7.5).</a:t>
            </a:r>
          </a:p>
          <a:p>
            <a:r>
              <a:t>2. Obtain and record final sign-off (§7.6).</a:t>
            </a:r>
          </a:p>
          <a:p>
            <a:r>
              <a:t>3. Write your reflection (Appendix D) — a review, not a summary.</a:t>
            </a:r>
          </a:p>
          <a:p>
            <a:r>
              <a:t>Must produce: recorded feedback + response, a recorded sign-off, and a written reflection.</a:t>
            </a:r>
          </a:p>
          <a:p>
            <a:r>
              <a:t>Timing: ~20 min. Where they get stuck: reflection reads as a task summary — circulate and ask</a:t>
            </a:r>
          </a:p>
          <a:p>
            <a:r>
              <a:t>"what would you CHANGE?"; and sign-off with no feedback recorded first — remind them of the</a:t>
            </a:r>
          </a:p>
          <a:p>
            <a:r>
              <a:t>5.2 → 5.3 order.</a:t>
            </a:r>
          </a:p>
          <a:p>
            <a:r>
              <a:t>Share-back: take one reflection and ask whether it evaluates or just restates.</a:t>
            </a:r>
          </a:p>
          <a:p>
            <a:r>
              <a:t>No-leakage note: practice closure on Ledgerline; AT3 assesses the same finalise skill on the</a:t>
            </a:r>
          </a:p>
          <a:p>
            <a:r>
              <a:t>LMS engagement — comparable, not identical. This closes the practice arc that mirrors the</a:t>
            </a:r>
          </a:p>
          <a:p>
            <a:r>
              <a:t>assessed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Closure &amp; documentation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Write the HA report, evidence what you know, and close the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it out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final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13 implemented the HA design and proved it under simulated failure.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14 turns that into the HA Deployment Report, evidences your knowledge, and closes the engagement.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write the report (the simulation findings are its heart), evidence knowledge in context, and close out with feedback +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end of AT3 — and of the journey from advising to building to hardening.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Write the HA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evidence to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same discipline as AT2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Organise everything you captured into the appendices: A — build screenshots; B — configuration exports; C — test &amp; simulation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Label and number each item so the narrative can cite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Traceable evidence is what turns a claim into proof.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HA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· §2 Engagement Context · §3 Scope (the maintenance window).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Build/Change Narrative (the HA changes from the baseline)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 · §8 Knowledge Evidence.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Appendices A–D — A screenshots · B config exports · C test/simulation evidence · D reflections.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heart — §6 simulation findings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13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§6 is where you prove fault tolerance: the failure simulation, the resize simulation, and the availability you measured.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Compare the findings to the design's recovery objectives, and record any adjustments you made.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section is what AT3 is marked on — the evidence the HA design actually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§4 narrative · §5 decisions · §7 handover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rest of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— the HA changes from the baseline (cross-AZ network, cross-AZ ASG + ALB, Multi-AZ database), cross-referencing the appendices.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§5 — the HA configuration decisions, justified.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— operational handover: what YAT ICT now runs (the HA-tuned alarms, the failover behaviour, what to watch).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— write it last.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HA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the HA changes; §5 the decisions; §6 your simulation findings (the centrepiece)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cross-reference Appendices A/B/C; §7 the 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Organise evidence into Appendices A/B/C; label and cross-reference.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§1–§8 + Appendices A–D.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§6 simulation findings is the heart — the proof of fault tolerance.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(§8)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the knowledge questions about high availability — fault tolerance, recovery objectives, redundancy, the trade-offs.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Ground every answer in your own HA work: cite your design and your simulation findings.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“Why Multi-AZ for the database?” → because of this workload and what my failover simulation showed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Complete §8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HA design, your decisions, and your simulation results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availability · fault tolerance · recovery objectives · redundancy mechanisms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Close the engagement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feedback · sign-off · reflection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Feedback &amp; sign-off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 completion, collect unbiased feedback to confirm the design meets requirements — surveys, one-on-one interviews, focus groups.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Confirm, seek and respond to feedback from the required personnel.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Then obtain final sign-off from the project sponsor (or delegated authority) — generally the last step in closing a project.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Appendix 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Write an honest reflection on the HA engagement — what worked, what you'd do differently, what you learned.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reflection is a review,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how you improve the next engagement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Close out — feedback, sign-off &amp;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Finalise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 and record your response (§7.5)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obtain and record final sign-off (§7.6)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your reflection (Appendix 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Collect unbiased feedback; confirm, seek and respond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final sign-off — the last step in closing the project.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Reflect honestly — what worked, what you'd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engagement is now formally complete.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HA Deployment Report is the deliverable — write it to the template.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§6 simulation findings is the heart: the proof of fault tolerance.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own HA 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Close with feedback, final sign-off, and an honest reflection.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AT3 — and the build journey — is complete.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AT3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advised the client (AT1), built the solution (AT2), and made it highly available (AT3) — designed, implemented, proven, documented, and signed 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cluster's teaching arc is done.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