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19. Region must be set before the deployment starts — the stack</a:t>
            </a:r>
          </a:p>
          <a:p>
            <a:r>
              <a:t>builds into whatever is selected. Deployment takes around ten minutes; plan the session around it.</a:t>
            </a:r>
          </a:p>
          <a:p>
            <a:r>
              <a:t>The service listens on plain HTTP, so a browser left to itself will fail to reach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20–22. Task 21 branches on their own task 11 answer — both</a:t>
            </a:r>
          </a:p>
          <a:p>
            <a:r>
              <a:t>branches are correct, and the workbook covers each. Do not push them onto one.</a:t>
            </a:r>
          </a:p>
          <a:p>
            <a:r>
              <a:t>The zone dropdown is the reliable error; have them check the column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23–24. The conversion takes twenty minutes or more; they should</a:t>
            </a:r>
          </a:p>
          <a:p>
            <a:r>
              <a:t>start it and move straight to the alarms.</a:t>
            </a:r>
          </a:p>
          <a:p>
            <a:r>
              <a:t>A new alarm reads insufficient-data for a few minutes — normal, not a 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Implementing the design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Build what you designed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your design, your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are not being told what to build today. You are building your own design, in your own order.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task names the design task it comes from. Copy your answer across first, then build exactly that — not what you now wish you had written.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a task exposes a design that will not work, that is a finding. Record what you changed and why; do not quietly build something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Starting from a known state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everyone starts in the same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Deploying an environment from a template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repeatable, reviewable, disposable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environment you are hardening is deployed from a template rather than clicked together.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template is repeatable, reviewable and disposable — everybody starts from an identical environment, and it can be torn down and rebuilt exactly.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same reason you built a launch template rather than a server back in AT2. It is the same idea, one level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 deployment that failed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first error is the cause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When a template deployment fails, it rolls back — and the rollback fills the log with errors that are consequences, not causes.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Scroll to the first failure. That one is the cause; everything below it is the tidy-up.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rolled-back deployment usually has to be removed before the same name can be used again.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Things you set once and cannot see again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write it down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values are write-only: you supply them at creation and the platform will never show them to you afterwards.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them down as you type them. Nothing will prompt you, and nothing can recover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Deploy the baseline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the environment from the template, set the region first, record anything you are asked to invent, and confirm the service loads before you change anything.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starting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template gives everyone an identical, disposable starting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 a failure, read the first error; the rest is rollback.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Record write-only values as you set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Building the network and compute changes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your own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Copy your answer across first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design is the instruction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each task, write your design answer at the top of it. Then build that.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sounds like bureaucracy. It is what stops you building something subtly different from what you documented, and then producing evidence that does not match your own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Placement is a decision the console will make for you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set it, then verify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something is placed is the entire point of this work, and it is exactly the field the console is happiest to fill in on your behalf.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Set it explicitly every time, then go back and confirm what it actually did — read the column, do not trust the form.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it landed in the wrong place, remove it and do it again. It is far cheaper now than three tasks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Capacity has to be told to use the new space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reach and capacity,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Giving a scaling group access to a new location does not put anything in it. The capacity numbers are what make it happen.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Both settings, or neither works: reach without capacity leaves the new location empty; capacity without reach has nowhere to 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Healthy takes longer than running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failing, then healthy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new server is not healthy the moment it exists. It has to start, and configure itself, before it passes a health check.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Until then the target group will report it as failing. That is the expected sequence, not a fault.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How long depends on what the server is running — a lightweight system is a minute or two; a heavier one can be ten. Wait. Do not terminate it or start changing settings because it looks stuck.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network and application-tier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20, 21 and 22.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subnet from your design, give it the outbound path you designed, then extend the application tier and wait for it to become healthy in both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Network and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Copy the design answer across, then build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Set placement explicitly and verify what the console actually did.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Reach and capacity are two settings and you need both.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Failing health checks on a new server are expected for a while.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data tier and the monitoring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start the slow one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Start the long-running change early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kick it off, then move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Converting a data tier runs in the background and takes longer than anything else here.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Start it, then go and do something else while it runs. This is exactly the ordering point you planned for — now you get to use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Watch for a setting that defers the change to a future maintenance window. Leave it as it is and nothing will happen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Building an alarm you designed yourself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right grouping, the live resource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are not being given a metric. You are finding the one your design named.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Similar-looking metric groupings are the trap: one aggregates across locations, another breaks it down by location. Only one of them can answer a question about a single location.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Metrics for deleted resources hang around. If several similar things are listed, confirm you are pointing at the one that is live — an alarm on a resource that no longer exists never fires.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Some things are not alarms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metrics and events are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 every event you might want to know about is a metric with a threshold.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are events published by the service itself, configured somewhere else entirely and notifying directly, with no alarm in between.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what you designed cannot be built as an alarm, that is worth knowing and worth recording — it is a real distinction, not a mistake in your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An alarm that fires immediately may still be right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note it, do not tune it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practice environment does not generate the activity a real one does. An alarm watching something nothing is doing will sit in an alarm state.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That does not mean the alarm is wrong. Note why, and leave it — do not change a correct threshold to make a light go green.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Convert the data tier and build your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23 and 24.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Apply the data-tier change from your design, start it before the monitoring work, then build the alarms you designed.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14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 from your own design; copy the answer across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Set placement explicitly, then verify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Start the long-running change first and work alongside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right metric grouping and the live resource both matter.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proving it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It is built. Whether it survives anything is still a claim.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confirm it is healthy, then break it on purpose and measure what it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