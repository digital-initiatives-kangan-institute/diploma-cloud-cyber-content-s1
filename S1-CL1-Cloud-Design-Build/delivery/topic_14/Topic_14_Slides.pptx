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Closure &amp; documentation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Write the HA report, evidence what you know, and close the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Close it out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final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13 implemented the HA design and proved it under simulated failure.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Topic 14 turns that into the HA Deployment Report, evidences your knowledge, and closes the engagement.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write the report (the simulation findings are its heart), evidence knowledge in context, and close out with feedback + sign-off.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end of AT3 — and of the journey from advising to building to hardening.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Write the HA Deployment Report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evidence to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into the appendices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same discipline as AT2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Organise everything you captured into the appendices: A — build screenshots; B — configuration exports; C — test &amp; simulation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Label and number each item so the narrative can cite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Traceable evidence is what turns a claim into proof.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HA report structure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§1 Executive Summary · §2 Engagement Context · §3 Scope (the maintenance window).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§4 Build/Change Narrative (the HA changes from the baseline) · §5 Configuration Decisions · §6 Testing, Simulation &amp; Validation.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Operational Handover · §8 Knowledge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Appendices A–D — A screenshots · B config exports · C test/simulation evidence · D reflections.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heart — §6 simulation findings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your Topic 13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§6 is where you prove fault tolerance: the failure simulation, the resize simulation, and the availability you measured.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Compare the findings to the design's recovery objectives, and record any adjustments you made.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section is what AT3 is marked on — the evidence the HA design actually works.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§4 narrative · §5 decisions · §7 handover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rest of the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§4 — the HA changes from the baseline (cross-AZ network, cross-AZ ASG + ALB, Multi-AZ database), cross-referencing the appendices.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§5 — the HA configuration decisions, justified.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— operational handover: what YAT ICT now runs (the HA-tuned alarms, the failover behaviour, what to watch).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§1 Executive Summary — write it last.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the HA Deployment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Write the report to the template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§4 the HA changes; §5 the decisions; §6 your simulation findings (the centrepiece)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cross-reference Appendices A/B/C; §7 the handover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Every claim ties back to a labelled appendix item.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~40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Organise evidence into Appendices A/B/C; label and cross-reference.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Follow the template — §1–§8 + Appendices A–D.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§6 simulation findings is the heart — the proof of fault tolerance.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the Executive Summary last.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Knowledge in context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evidence what you know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what you know (§8)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grounded, not 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Answer the knowledge questions about high availability — fault tolerance, recovery objectives, redundancy, the trade-offs.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Ground every answer in your own HA work: cite your design and your simulation findings.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“Why Multi-AZ for the database?” → because of this workload and what my failover simulation showed — not a textbook definition.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knowledge questions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Complete §8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reference your HA design, your decisions, and your simulation results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availability · fault tolerance · recovery objectives · redundancy mechanisms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Specific to your system — not generic best practice.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Close the engagement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feedback · sign-off · reflection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Feedback &amp; sign-off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 completion, collect unbiased feedback to confirm the design meets requirements — surveys, one-on-one interviews, focus groups.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Confirm, seek and respond to feedback from the required personnel.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Then obtain final sign-off from the project sponsor (or delegated authority) — generally the last step in closing a project.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Reflect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Appendix 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Write an honest reflection on the HA engagement — what worked, what you'd do differently, what you learned.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A reflection is a review, not a summary of what you did.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how you improve the next engagement — and it's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Close out — feedback, sign-off &amp;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Finalise the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seek feedback on your report and record your response (§7.5)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obtain and record final sign-off (§7.6)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write your reflection (Appendix 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Collect unbiased feedback; confirm, seek and respond to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Obtain final sign-off — the last step in closing the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Reflect honestly — what worked, what you'd change.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engagement is now formally complete.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14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HA Deployment Report is the deliverable — write it to the template.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§6 simulation findings is the heart: the proof of fault tolerance.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your knowledge in the context of your own HA work.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Close with feedback, final sign-off, and an honest reflection.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AT3 — and the build journey — is complete.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AT3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advised the client (AT1), built the solution (AT2), and made it highly available (AT3) — designed, implemented, proven, documented, and signed 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cluster's teaching arc is done.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