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 from "it runs" to "you can see it running" — workbook task 19.</a:t>
            </a:r>
          </a:p>
          <a:p>
            <a:r>
              <a:t>Tie back to Topic 4's detection step: a system you can't observe can't meet its own recovery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Foundation slide. The art is choosing the few leading signals, not building a dashboard wall.</a:t>
            </a:r>
          </a:p>
          <a:p>
            <a:r>
              <a:t>A useful metric moves before the failure — a rising queue, not a user complaint.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primer made concrete for their pipeline. No server CPU to watch — the serverless signals differ from a VM's.</a:t>
            </a:r>
          </a:p>
          <a:p>
            <a:r>
              <a:t>Queue depth is the headline: it predicts overload, which makes it the natural alarm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Workbook task 19's discipline: metric, threshold, notification — and the threshold defensible from the design.</a:t>
            </a:r>
          </a:p>
          <a:p>
            <a:r>
              <a:t>Round numbers plucked from the air are the thing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demonstration, educator-led (screen it live — no recorded-demos catalogue in CL2).</a:t>
            </a:r>
          </a:p>
          <a:p>
            <a:r>
              <a:t>Say where the threshold number comes from as you type it.</a:t>
            </a:r>
          </a:p>
          <a:p>
            <a:r>
              <a:t>Show the full lifecycle: OK, alarm, notification, back to OK — a configured-but-never-fired alarm is untested.</a:t>
            </a:r>
          </a:p>
          <a:p>
            <a:r>
              <a:t>Prep: the microservice running, a way to flood the queue, the notification target visible. ~8–10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workbook task 19.</a:t>
            </a:r>
          </a:p>
          <a:p>
            <a:r>
              <a:t>The two misses: an alarm configured but never fired, and a threshold they can't justify.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Monitoring &amp; alarms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Make the running microservice observable — a metric and a scaling-relevant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Make it observable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microservice runs; now you make it observable so you can see trouble coming.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practical form of the DR plan's detection step from Topic 4 — the paper promise becomes real configuration.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One workbook task today, done properly: a metric that means something, and an alarm that provably fires.</a:t>
            </a:r>
          </a:p>
        </p:txBody>
      </p:sp>
      <p:pic>
        <p:nvPicPr>
          <p:cNvPr id="5" name="Picture 4" descr="gen-eba8bb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Metrics, and what to watch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watch the right signals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metric is a time-series number the platform emits about a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Monitoring watches the metrics that predict trouble, before users feel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cannot manage what you do not measure.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to watch on the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Queue depth: the scaling signal for a queue-driven function — a rising backlog means the consumer can't keep up.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Function errors and throttles: the code failing, or the platform limiting concurrency.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Store throttles: the datastore pushing back under load.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signals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Metrics are time-series signals; pick the leading 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Queue depth, function errors and throttles, store throttles.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alarm, set and proven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 threshold that tells someone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Set an alarm to the design spec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scaling-relevant alarm: a threshold on a meaningful metric, with a notification attached.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threshold traces to a design target — "why that number?" has an answer from the spec, not a shrug.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alarm nobody is told about is a light in an empty room; the notification is half the point.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Configure and fire an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Configure a queue-depth alarm with a notification, then drive the metric past the threshold.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Watch it go to alarm, see the notification arrive, and watch it recover.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Set up the metric and the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Workbook — task 19.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Set up the metric and the scaling-relevant alarm with a notification, drive it to alarm, and confirm the notification fired.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Topic 8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 the signals that predict trouble on a serverless service.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Threshold from the spec, notification attached.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untested alarm is not an alarm — fire it and prove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9 — close out the build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build is complete and observable.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document it for the people who inherit it, take it down cleanly, and get it signed 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