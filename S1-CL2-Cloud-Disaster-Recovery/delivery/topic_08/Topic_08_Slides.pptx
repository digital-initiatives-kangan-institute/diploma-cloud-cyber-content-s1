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Topic as the convergence point of AT2 — the strands from Topics 6–8 come together into</a:t>
            </a:r>
          </a:p>
          <a:p>
            <a:r>
              <a:t>one deployed thing. Set the mode; don't teach the wiring yet.</a:t>
            </a:r>
          </a:p>
          <a:p>
            <a:r>
              <a:t>• First bullet: name the three strands they already hold — their OWN template (Topic 7 skill), the</a:t>
            </a:r>
          </a:p>
          <a:p>
            <a:r>
              <a:t>PROVIDED code, and the PROVIDED store (Topic 6). Today those three assemble into a running</a:t>
            </a:r>
          </a:p>
          <a:p>
            <a:r>
              <a:t>microservice. Deployment is assembling parts they understand, not inventing.</a:t>
            </a:r>
          </a:p>
          <a:p>
            <a:r>
              <a:t>• Second bullet: this realises the microservice they DESIGNED in AT1 (Topic 2) — API gateway → queue</a:t>
            </a:r>
          </a:p>
          <a:p>
            <a:r>
              <a:t>→ function → NoSQL store. Point back to that design; today the paper design becomes real.</a:t>
            </a:r>
          </a:p>
          <a:p>
            <a:r>
              <a:t>• Third bullet (the substitution): the design places the store in India (ap-south-1) for the</a:t>
            </a:r>
          </a:p>
          <a:p>
            <a:r>
              <a:t>scenario's reasons; in the lab they deploy to us-east-1 — `[scenario: ap-south-1 (India) | deploy:</a:t>
            </a:r>
          </a:p>
          <a:p>
            <a:r>
              <a:t>us-east-1]`. Say it out loud — same build, only the location label changes.</a:t>
            </a:r>
          </a:p>
          <a:p>
            <a:r>
              <a:t>• Fourth bullet: in the Learner Lab the provided `LabRole` is BOTH the function's execution role and</a:t>
            </a:r>
          </a:p>
          <a:p>
            <a:r>
              <a:t>the API-GW→queue credentials — they don't create roles, they pass LabRole. Flag it now so nobody</a:t>
            </a:r>
          </a:p>
          <a:p>
            <a:r>
              <a:t>goes hunting for IAM to build.</a:t>
            </a:r>
          </a:p>
          <a:p>
            <a:r>
              <a:t>Misconception to pre-empt: "deploying means writing the service." No — the code is supplied; their</a:t>
            </a:r>
          </a:p>
          <a:p>
            <a:r>
              <a:t>job is to provision and wire it correctly. The skill is faithful assembly + confirming it works.</a:t>
            </a:r>
          </a:p>
          <a:p>
            <a:r>
              <a:t>Question to pose: "You designed this pipeline in AT1 — name the four pieces in order and what passes</a:t>
            </a:r>
          </a:p>
          <a:p>
            <a:r>
              <a:t>between them." (API gateway → queue → function → store; draws out the flow before they build it.)</a:t>
            </a:r>
          </a:p>
          <a:p>
            <a:r>
              <a:t>UoC/AT2 tie: opens the ICTCLD503 build arc (PC 3.1–3.4); everything today is evidenced in AT2 §4.4 —</a:t>
            </a:r>
          </a:p>
          <a:p>
            <a:r>
              <a:t>the deployed, tested microservice (criterion D4).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discipline that must come BEFORE any console work — review the design and the supplied</a:t>
            </a:r>
          </a:p>
          <a:p>
            <a:r>
              <a:t>code so deployment is informed assembly. Short slide, firm point.</a:t>
            </a:r>
          </a:p>
          <a:p>
            <a:r>
              <a:t>• First bullet: review the microservice design from AT1 — the services chosen, the flow, the contract</a:t>
            </a:r>
          </a:p>
          <a:p>
            <a:r>
              <a:t>the webhook implements. They wrote this design; make them re-read it as the build spec.</a:t>
            </a:r>
          </a:p>
          <a:p>
            <a:r>
              <a:t>• Second bullet: review the SUPPLIED code components and the webhook contract they implement before</a:t>
            </a:r>
          </a:p>
          <a:p>
            <a:r>
              <a:t>deploying. Know what each component expects (its event shape, its config) so you wire it right.</a:t>
            </a:r>
          </a:p>
          <a:p>
            <a:r>
              <a:t>• Third bullet (the point): deployment is ASSEMBLING, not inventing. If they know what each piece does</a:t>
            </a:r>
          </a:p>
          <a:p>
            <a:r>
              <a:t>and how it connects, the deploy is mechanical; if they skip the review, they wire it blind.</a:t>
            </a:r>
          </a:p>
          <a:p>
            <a:r>
              <a:t>Misconception to pre-empt: "the code is given, so I can just deploy it and read it later." No —</a:t>
            </a:r>
          </a:p>
          <a:p>
            <a:r>
              <a:t>deploying code you haven't read is how you get a mis-wired event source you can't diagnose. Read first.</a:t>
            </a:r>
          </a:p>
          <a:p>
            <a:r>
              <a:t>Question to pose: "The function needs to know which table to write to — where does that come from, the</a:t>
            </a:r>
          </a:p>
          <a:p>
            <a:r>
              <a:t>code or the deployment config?" (config — sets up the C2 wiring, and why review matters).</a:t>
            </a:r>
          </a:p>
          <a:p>
            <a:r>
              <a:t>UoC/AT2 tie: ICTCLD503 PC 3.1 (review microservice design and code components) → AT2 §4.4 (D4); the</a:t>
            </a:r>
          </a:p>
          <a:p>
            <a:r>
              <a:t>review is the first assessed step of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vendor-neutral primer on how the pieces connect — teach the event-driven wiring pattern before the</a:t>
            </a:r>
          </a:p>
          <a:p>
            <a:r>
              <a:t>AWS specifics. This is the mental model for the whole deploy.</a:t>
            </a:r>
          </a:p>
          <a:p>
            <a:r>
              <a:t>• First bullet: the API route — the gateway receives the webhook and hands it on. It's the front door;</a:t>
            </a:r>
          </a:p>
          <a:p>
            <a:r>
              <a:t>it doesn't process, it accepts and forwards.</a:t>
            </a:r>
          </a:p>
          <a:p>
            <a:r>
              <a:t>• Second bullet (the key idea): the queue is the function's EVENT SOURCE — the function is triggered as</a:t>
            </a:r>
          </a:p>
          <a:p>
            <a:r>
              <a:t>events arrive on the queue, not called directly. This decoupling is what makes it resilient and</a:t>
            </a:r>
          </a:p>
          <a:p>
            <a:r>
              <a:t>scalable; stress it, because students expect a direct API→function call.</a:t>
            </a:r>
          </a:p>
          <a:p>
            <a:r>
              <a:t>• Third bullet: the function writes to the provided store; the store's TABLE NAME is handed to the</a:t>
            </a:r>
          </a:p>
          <a:p>
            <a:r>
              <a:t>function as config (not hard-coded). Connect back to C1's review point.</a:t>
            </a:r>
          </a:p>
          <a:p>
            <a:r>
              <a:t>Misconception to pre-empt: "the API calls the function directly." No — the queue sits between them as</a:t>
            </a:r>
          </a:p>
          <a:p>
            <a:r>
              <a:t>the event source; that buffer is deliberate (absorbs bursts, retries failures). Draw the four boxes.</a:t>
            </a:r>
          </a:p>
          <a:p>
            <a:r>
              <a:t>Question to pose: "Why put a queue between the API and the function instead of calling the function</a:t>
            </a:r>
          </a:p>
          <a:p>
            <a:r>
              <a:t>straight from the API?" (decouples producer from consumer; buffers bursts; enables retry/DLQ — the</a:t>
            </a:r>
          </a:p>
          <a:p>
            <a:r>
              <a:t>scaling signal they'll monitor in Topic 9).</a:t>
            </a:r>
          </a:p>
          <a:p>
            <a:r>
              <a:t>UoC/AT2 tie: ICTCLD503 PC 3.2 + PE 3 — the wiring model they must implement; evidenced in AT2 §4.4 (D4).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concrete AWS deploy, off the wiring diagram — turn the primer's pattern into the actual services.</a:t>
            </a:r>
          </a:p>
          <a:p>
            <a:r>
              <a:t>Walk it against the `microservice-deploy` diagram on screen.</a:t>
            </a:r>
          </a:p>
          <a:p>
            <a:r>
              <a:t>• First bullet: deploy and configure the serverless services to implement the application FROM THE</a:t>
            </a:r>
          </a:p>
          <a:p>
            <a:r>
              <a:t>PROVIDED CODE — API, queue, function, store, in the lab.</a:t>
            </a:r>
          </a:p>
          <a:p>
            <a:r>
              <a:t>• Second bullet: pass `LabRole` as the execution role, and wire API → queue → function → store. This</a:t>
            </a:r>
          </a:p>
          <a:p>
            <a:r>
              <a:t>is the Learner Lab substitution for building IAM roles — say it plainly so nobody builds a role.</a:t>
            </a:r>
          </a:p>
          <a:p>
            <a:r>
              <a:t>• Third bullet: they may use the console, CLI or SDK to deploy and confirm (PE 4 — the tooling</a:t>
            </a:r>
          </a:p>
          <a:p>
            <a:r>
              <a:t>evidence). Any of the three is fine; what's assessed is that it stands up and they can show it.</a:t>
            </a:r>
          </a:p>
          <a:p>
            <a:r>
              <a:t>Misconception to pre-empt: "I need to create an execution role for the function." No — in the lab you</a:t>
            </a:r>
          </a:p>
          <a:p>
            <a:r>
              <a:t>pass the provided `LabRole`; creating IAM is out of scope here and just costs them time.</a:t>
            </a:r>
          </a:p>
          <a:p>
            <a:r>
              <a:t>Question to pose: "What's the ONE thing you must configure so the function fires when an event lands on</a:t>
            </a:r>
          </a:p>
          <a:p>
            <a:r>
              <a:t>the queue?" (the event-source mapping between queue and function — the piece students forget).</a:t>
            </a:r>
          </a:p>
          <a:p>
            <a:r>
              <a:t>UoC/AT2 tie: ICTCLD503 PC 3.2 + PE 3 (deploy/configure the services) + PE 4 (console/CLI/SDK) → AT2</a:t>
            </a:r>
          </a:p>
          <a:p>
            <a:r>
              <a:t>§4.4 (D4); this is the core build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DEMONSTRATION (educator-led against the lab-pack — screen your own deploy of the course's</a:t>
            </a:r>
          </a:p>
          <a:p>
            <a:r>
              <a:t>microservice; there is no recorded demo for this). Show it end to end, then they replicate on the</a:t>
            </a:r>
          </a:p>
          <a:p>
            <a:r>
              <a:t>practice scenario next.</a:t>
            </a:r>
          </a:p>
          <a:p/>
          <a:p>
            <a:r>
              <a:t>WHAT TO DEMONSTRATE (step by step, in the lab, us-east-1):</a:t>
            </a:r>
          </a:p>
          <a:p>
            <a:r>
              <a:t>1. Deploy the API, queue and function from the SUPPLIED code — provision the resources.</a:t>
            </a:r>
          </a:p>
          <a:p>
            <a:r>
              <a:t>2. Pass `LabRole` as the execution role; do NOT create a role.</a:t>
            </a:r>
          </a:p>
          <a:p>
            <a:r>
              <a:t>3. Wire the event-source mapping so the queue triggers the function; point it at the provided store.</a:t>
            </a:r>
          </a:p>
          <a:p>
            <a:r>
              <a:t>4. Confirm each resource exists and the event-source mapping is enabled.</a:t>
            </a:r>
          </a:p>
          <a:p/>
          <a:p>
            <a:r>
              <a:t>WHAT TO EMPHASISE:</a:t>
            </a:r>
          </a:p>
          <a:p>
            <a:r>
              <a:t>• Say the substitution out loud — `[scenario: ap-south-1 (India) | deploy: us-east-1]` — as you set</a:t>
            </a:r>
          </a:p>
          <a:p>
            <a:r>
              <a:t>the Region.</a:t>
            </a:r>
          </a:p>
          <a:p>
            <a:r>
              <a:t>• The event-source mapping is the make-or-break wiring step — show where it lives and that it's ON.</a:t>
            </a:r>
          </a:p>
          <a:p>
            <a:r>
              <a:t>• This is assembling supplied parts, not writing code — narrate that mindset as you go.</a:t>
            </a:r>
          </a:p>
          <a:p/>
          <a:p>
            <a:r>
              <a:t>PREP: clean Learner Lab open with `LabRole` available; the supplied microservice code + template to</a:t>
            </a:r>
          </a:p>
          <a:p>
            <a:r>
              <a:t>hand; the provided store already in place (Topic 6). ~8–10 min to screen + narrate before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C2 practice; students deploy the practice microservice they just watched demoed.</a:t>
            </a:r>
          </a:p>
          <a:p>
            <a:r>
              <a:t>Tell students, in these words: "On the practice scenario, deploy the practice microservice from the</a:t>
            </a:r>
          </a:p>
          <a:p>
            <a:r>
              <a:t>supplied code and wire it to the practice store. Deploy to us-east-1, pass `LabRole`, and confirm the</a:t>
            </a:r>
          </a:p>
          <a:p>
            <a:r>
              <a:t>pipeline stands up."</a:t>
            </a:r>
          </a:p>
          <a:p>
            <a:r>
              <a:t>Steps (put on the board):</a:t>
            </a:r>
          </a:p>
          <a:p>
            <a:r>
              <a:t>1. Deploy the API, queue and function from the supplied practice code.</a:t>
            </a:r>
          </a:p>
          <a:p>
            <a:r>
              <a:t>2. Pass `LabRole` as the execution role; configure the event-source mapping (queue → function).</a:t>
            </a:r>
          </a:p>
          <a:p>
            <a:r>
              <a:t>3. Point the function at the practice store (its table name as config).</a:t>
            </a:r>
          </a:p>
          <a:p>
            <a:r>
              <a:t>4. Confirm each resource, and that the event-source mapping is enabled.</a:t>
            </a:r>
          </a:p>
          <a:p>
            <a:r>
              <a:t>Must produce: a stood-up pipeline in us-east-1 — API, queue, function and store all present and wired,</a:t>
            </a:r>
          </a:p>
          <a:p>
            <a:r>
              <a:t>ready to test in the next activity.</a:t>
            </a:r>
          </a:p>
          <a:p>
            <a:r>
              <a:t>Timing: ~30 min. Where they get stuck: the event-source mapping (a deployed function that never fires</a:t>
            </a:r>
          </a:p>
          <a:p>
            <a:r>
              <a:t>because nothing triggers it) and hunting for an IAM role instead of passing `LabRole` — circulate and</a:t>
            </a:r>
          </a:p>
          <a:p>
            <a:r>
              <a:t>check both.</a:t>
            </a:r>
          </a:p>
          <a:p>
            <a:r>
              <a:t>Share-back prompt: ask one student to show their event-source mapping is enabled and points queue → function.</a:t>
            </a:r>
          </a:p>
          <a:p>
            <a:r>
              <a:t>No-leakage note: the practice scenario is comparable-not-identical to the AT2 build — the assessed</a:t>
            </a:r>
          </a:p>
          <a:p>
            <a:r>
              <a:t>microservice is a different one. Keep them on the practice artefacts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testing as confirming the OBSERVABLE OUTCOME, not trusting a status code. This is the discipline</a:t>
            </a:r>
          </a:p>
          <a:p>
            <a:r>
              <a:t>that separates "it deployed" from "it works."</a:t>
            </a:r>
          </a:p>
          <a:p>
            <a:r>
              <a:t>• First bullet: post sample events to the contract and confirm each is persisted EXACTLY ONCE in the</a:t>
            </a:r>
          </a:p>
          <a:p>
            <a:r>
              <a:t>data store. Exactly-once matters — a duplicate is a bug even if nothing errored.</a:t>
            </a:r>
          </a:p>
          <a:p>
            <a:r>
              <a:t>• Second bullet: also post an INVALID event and confirm it is rejected — prove the validation works,</a:t>
            </a:r>
          </a:p>
          <a:p>
            <a:r>
              <a:t>not just the happy path. A service that accepts garbage is not done.</a:t>
            </a:r>
          </a:p>
          <a:p>
            <a:r>
              <a:t>• Third bullet (the technique, KE 5): assert the observable outcome — the RECORD in the store — not</a:t>
            </a:r>
          </a:p>
          <a:p>
            <a:r>
              <a:t>just a 200. A 200 says the API accepted it; only the record says the pipeline delivered it.</a:t>
            </a:r>
          </a:p>
          <a:p>
            <a:r>
              <a:t>Misconception to pre-empt: "I got a 200, so it works." No — the 200 is the API gateway accepting the</a:t>
            </a:r>
          </a:p>
          <a:p>
            <a:r>
              <a:t>event; the function runs asynchronously off the queue. Only the stored record proves end-to-end.</a:t>
            </a:r>
          </a:p>
          <a:p>
            <a:r>
              <a:t>Question to pose: "You post an event and get a 200 but find no record in the store — where did it get</a:t>
            </a:r>
          </a:p>
          <a:p>
            <a:r>
              <a:t>lost, and how would you know?" (somewhere queue→function→store; the record's absence is the signal —</a:t>
            </a:r>
          </a:p>
          <a:p>
            <a:r>
              <a:t>leads into troubleshooting, C4).</a:t>
            </a:r>
          </a:p>
          <a:p>
            <a:r>
              <a:t>UoC/AT2 tie: ICTCLD503 PC 3.3 + KE 5 (testing/debugging techniques) → AT2 §4.4 / §6 (D5).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DEMONSTRATION (educator-led — screen it live against your deployed microservice; no recorded</a:t>
            </a:r>
          </a:p>
          <a:p>
            <a:r>
              <a:t>demo for this). Show both paths, then they replicate on the practice scenario.</a:t>
            </a:r>
          </a:p>
          <a:p/>
          <a:p>
            <a:r>
              <a:t>WHAT TO DEMONSTRATE (in the lab):</a:t>
            </a:r>
          </a:p>
          <a:p>
            <a:r>
              <a:t>1. Post a VALID event to the contract → go to the store and find the item written (exactly once).</a:t>
            </a:r>
          </a:p>
          <a:p>
            <a:r>
              <a:t>2. Post an INVALID event → confirm it is REJECTED and no bad record is written.</a:t>
            </a:r>
          </a:p>
          <a:p>
            <a:r>
              <a:t>3. Show WHERE you look — the store item, not just the API response.</a:t>
            </a:r>
          </a:p>
          <a:p/>
          <a:p>
            <a:r>
              <a:t>WHAT TO EMPHASISE:</a:t>
            </a:r>
          </a:p>
          <a:p>
            <a:r>
              <a:t>• The 200 is not the proof — walk from the API response THROUGH to the stored record every time.</a:t>
            </a:r>
          </a:p>
          <a:p>
            <a:r>
              <a:t>• Show the exactly-once check: one post, one item (not zero, not two).</a:t>
            </a:r>
          </a:p>
          <a:p>
            <a:r>
              <a:t>• Contrast the two paths side by side — valid persists, invalid is turned away — so students see the</a:t>
            </a:r>
          </a:p>
          <a:p>
            <a:r>
              <a:t>validation is real.</a:t>
            </a:r>
          </a:p>
          <a:p/>
          <a:p>
            <a:r>
              <a:t>PREP: the microservice from the previous demo deployed and running; a valid and an invalid sample</a:t>
            </a:r>
          </a:p>
          <a:p>
            <a:r>
              <a:t>event ready to post; the store open in another tab. ~6–8 min to screen before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C3 practice; students test the pipeline they deployed in the C2 activity.</a:t>
            </a:r>
          </a:p>
          <a:p>
            <a:r>
              <a:t>Tell students, in these words: "On the practice scenario, post sample events and confirm each is</a:t>
            </a:r>
          </a:p>
          <a:p>
            <a:r>
              <a:t>recorded exactly once in the store; then post an invalid event and confirm it is rejected."</a:t>
            </a:r>
          </a:p>
          <a:p>
            <a:r>
              <a:t>Steps (put on the board):</a:t>
            </a:r>
          </a:p>
          <a:p>
            <a:r>
              <a:t>1. Post a valid event to the contract; find the item in the store — confirm exactly one record.</a:t>
            </a:r>
          </a:p>
          <a:p>
            <a:r>
              <a:t>2. Repeat with a second valid event; confirm a second distinct record (no duplicates, no misses).</a:t>
            </a:r>
          </a:p>
          <a:p>
            <a:r>
              <a:t>3. Post an invalid event; confirm it is rejected and no record is written.</a:t>
            </a:r>
          </a:p>
          <a:p>
            <a:r>
              <a:t>Must produce: evidence that valid events persist exactly once and invalid events are rejected — the</a:t>
            </a:r>
          </a:p>
          <a:p>
            <a:r>
              <a:t>functional-test result for their pipeline.</a:t>
            </a:r>
          </a:p>
          <a:p>
            <a:r>
              <a:t>Timing: ~20 min. Where they get stuck: they check the 200 and stop — push them to open the store and</a:t>
            </a:r>
          </a:p>
          <a:p>
            <a:r>
              <a:t>verify the RECORD; and a "missing" record that's actually a wiring fault, which sets up C4.</a:t>
            </a:r>
          </a:p>
          <a:p>
            <a:r>
              <a:t>Share-back prompt: "Who had an event that returned 200 but never reached the store?" — surface it as</a:t>
            </a:r>
          </a:p>
          <a:p>
            <a:r>
              <a:t>the bridge into troubleshooting.</a:t>
            </a:r>
          </a:p>
          <a:p>
            <a:r>
              <a:t>No-leakage note: the practice scenario is comparable-not-identical to the AT2 build; keep them on the</a:t>
            </a:r>
          </a:p>
          <a:p>
            <a:r>
              <a:t>practice microservice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troubleshooting as a log-driven procedure — the failure is recorded somewhere; the skill is</a:t>
            </a:r>
          </a:p>
          <a:p>
            <a:r>
              <a:t>reading it, not guessing. Frame it as read → diagnose → fix → redeploy → re-test.</a:t>
            </a:r>
          </a:p>
          <a:p>
            <a:r>
              <a:t>• First bullet: the faults they'll meet — a permission error, a payload-validation bug, a mis-wired</a:t>
            </a:r>
          </a:p>
          <a:p>
            <a:r>
              <a:t>event source. Name the categories so they know the shape of what they're hunting.</a:t>
            </a:r>
          </a:p>
          <a:p>
            <a:r>
              <a:t>• Second bullet (the technique): read the FUNCTION LOGS and the queue/dead-letter behaviour — the</a:t>
            </a:r>
          </a:p>
          <a:p>
            <a:r>
              <a:t>failure is recorded, find it (KE 5). A message stuck on a dead-letter queue is telling you something.</a:t>
            </a:r>
          </a:p>
          <a:p>
            <a:r>
              <a:t>• Third bullet: fix, redeploy, re-test — confirm the record now writes. The loop isn't done until the</a:t>
            </a:r>
          </a:p>
          <a:p>
            <a:r>
              <a:t>observable outcome is restored (ties back to C3's testing discipline).</a:t>
            </a:r>
          </a:p>
          <a:p>
            <a:r>
              <a:t>Misconception to pre-empt: "if it didn't work I'll just redeploy and hope." No — read the log first;</a:t>
            </a:r>
          </a:p>
          <a:p>
            <a:r>
              <a:t>blind redeploys fix nothing and burn the lab clock. The log names the cause.</a:t>
            </a:r>
          </a:p>
          <a:p>
            <a:r>
              <a:t>Question to pose: "The function runs but nothing lands in the store, and the logs show access-denied —</a:t>
            </a:r>
          </a:p>
          <a:p>
            <a:r>
              <a:t>what's the likely cause?" (a permissions/wiring issue — LabRole or the event-source mapping; reason</a:t>
            </a:r>
          </a:p>
          <a:p>
            <a:r>
              <a:t>from the log to the fix).</a:t>
            </a:r>
          </a:p>
          <a:p>
            <a:r>
              <a:t>UoC/AT2 tie: ICTCLD503 PC 3.4 (troubleshoot and fix errors) + KE 5 → AT2 §6 troubleshooting log (D9).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C4 practice; students diagnose a SEEDED fault, so everyone practises reading logs</a:t>
            </a:r>
          </a:p>
          <a:p>
            <a:r>
              <a:t>(not just those who happened to break something).</a:t>
            </a:r>
          </a:p>
          <a:p>
            <a:r>
              <a:t>Tell students, in these words: "On the practice scenario, a fault has been introduced. Diagnose it</a:t>
            </a:r>
          </a:p>
          <a:p>
            <a:r>
              <a:t>from the logs, fix it, redeploy, and confirm the event records."</a:t>
            </a:r>
          </a:p>
          <a:p>
            <a:r>
              <a:t>Steps (put on the board):</a:t>
            </a:r>
          </a:p>
          <a:p>
            <a:r>
              <a:t>1. Post an event — observe that no record is written (or an error surfaces).</a:t>
            </a:r>
          </a:p>
          <a:p>
            <a:r>
              <a:t>2. Read the function logs and the queue/dead-letter behaviour — find where and why it fails.</a:t>
            </a:r>
          </a:p>
          <a:p>
            <a:r>
              <a:t>3. Fix the cause, redeploy, and re-test — confirm the record now writes.</a:t>
            </a:r>
          </a:p>
          <a:p>
            <a:r>
              <a:t>Must produce: a short diagnosis (what the log showed, what the cause was, what you changed) plus a</a:t>
            </a:r>
          </a:p>
          <a:p>
            <a:r>
              <a:t>passing re-test — this is the troubleshooting-log evidence AT2 wants.</a:t>
            </a:r>
          </a:p>
          <a:p>
            <a:r>
              <a:t>Timing: ~20 min. Where they get stuck: they try to fix before reading the log — hold them at the log</a:t>
            </a:r>
          </a:p>
          <a:p>
            <a:r>
              <a:t>until they can NAME the cause; and they fix but forget to redeploy before re-testing.</a:t>
            </a:r>
          </a:p>
          <a:p>
            <a:r>
              <a:t>Share-back prompt: take one seeded fault and have a student walk log → cause → fix out loud.</a:t>
            </a:r>
          </a:p>
          <a:p>
            <a:r>
              <a:t>No-leakage note: the practice scenario is comparable-not-identical to the AT2 build; keep them on the</a:t>
            </a:r>
          </a:p>
          <a:p>
            <a:r>
              <a:t>practice microservice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08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Building &amp; deploying the serverless microservice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Provision the serverless audit-log microservice from the supplied code, wire it to the store, and confirm it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Build the microservice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This Topic converges the strands: your template (Topic 7) provisions the microservice, from the provided code, writing to the provided store (Topic 6).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It realises the AT1 microservice design (Topic 2): API gateway → queue → function → NoSQL store.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design places the store in India (ap-south-1); in the lab you deploy to us-east-1 — [scenario: ap-south-1 (India) | deploy: us-east-1].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lab's LabRole serves as both the function's execution role and the API-GW→queue credentials.</a:t>
            </a:r>
          </a:p>
        </p:txBody>
      </p:sp>
      <p:pic>
        <p:nvPicPr>
          <p:cNvPr id="5" name="Picture 4" descr="gen-47455f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Review the design &amp; code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read before you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Review the design &amp; supplied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Review the microservice design from AT1 (services chosen, the flow, the contract).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Review the supplied code components and the webhook contract they implement before deployment.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Know what each piece does and how it wires up — deployment is assembling, not inventing.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Deploy &amp; configure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wire the pipeline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serverless wiring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API route: the gateway receives the webhook and hands it 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queue is the function's event source — it triggers the function as events arrive.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function writes to the provided store; the store's table name is supplied to the function as config.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Deploy &amp; configure the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Deploy and configure the serverless services to implement the application, from the provided code.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Pass LabRole as the execution role; wire the API → queue → function → store.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Use the console, CLI or SDK to deploy and confirm (PE 4).</a:t>
            </a:r>
          </a:p>
        </p:txBody>
      </p:sp>
      <p:pic>
        <p:nvPicPr>
          <p:cNvPr id="5" name="Picture 4" descr="microservice-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926" y="1783080"/>
            <a:ext cx="1976387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Deploy the microservice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Deploy the API/queue/function from the supplied code in the lab (us-east-1), wired to the provided store.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Confirm each resource and the event-source mapping.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(recorded/live demo)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Deploy &amp; configure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On the practice scenario, deploy the practice microservice from the supplied code and wire it to the practice store.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Deploy to us-east-1; confirm the pipeline stands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Test &amp; confirm functioning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post an event, find the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Test the microservice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Post sample events to the contract; confirm each is persisted exactly once in the data store.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Confirm an invalid event is rejected — the validation works, not just the happy path.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Testing/debugging technique: assert the observable outcome (the record), not just a 200 response (KE 5).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Post events &amp; confirm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Post a valid event → find the item in the store; post an invalid event → confirm it is rejected.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(recorded/live demo)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Test &amp; confirm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On the practice scenario, post sample events and confirm each is recorded exactly once; confirm an invalid event is rejected.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Troubleshoot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logs tell you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Diagnose from the 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Troubleshoot and fix microservice errors: a permission error, a payload-validation bug, a mis-wired event source.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Read the function logs and the queue/dead-letter behaviour — the failure is recorded, find it (KE 5).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Fix, redeploy, re-test — confirm the record now writes.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Troubleshoot the microservice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On the practice scenario, diagnose a seeded fault from the logs, fix it, redeploy, and confirm the event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Topic 8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Deployment assembles a design: review the design + supplied code before you build.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Wire API → queue (event source) → function → store; LabRole is the execution role.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Test by the observable outcome — the record is written exactly once; invalid events are rejected.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Troubleshoot from the logs: read, diagnose, fix, redeploy, re-test.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9 — monitoring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microservice and the web-scale build are running; next you make them observable.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add the monitoring that sits behind the DR plan's detection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