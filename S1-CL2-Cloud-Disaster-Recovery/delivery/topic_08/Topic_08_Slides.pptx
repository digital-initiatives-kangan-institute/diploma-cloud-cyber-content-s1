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08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Building &amp; deploying the serverless microservice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Provision the serverless audit-log microservice from the supplied code, wire it to the store, and confirm it records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Build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converges the strands: your template (Topic 7) provisions the microservice, from the provided code, writing to the provided store (Topic 6).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It realises the AT1 microservice design (Topic 2): API gateway → queue → function → NoSQL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design places the store in India (ap-south-1); in the lab you deploy to us-east-1 — `[scenario: ap-south-1 (India) | deploy: us-east-1]`.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lab's `LabRole` serves as both the function's execution role and the API-GW→queue credentials.</a:t>
            </a:r>
          </a:p>
        </p:txBody>
      </p:sp>
      <p:pic>
        <p:nvPicPr>
          <p:cNvPr id="5" name="Picture 4" descr="gen-47455fd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 the design &amp; code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read before you deploy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design &amp; supplied code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microservice design from AT1 (services chosen, the flow, the contract).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Review the supplied code components and the webhook contract they implement before deployment.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Know what each piece does and how it wires up — deployment is assembling, not inventing.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&amp; configure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wire the pipeline end to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serverless wiring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API route: the gateway receives the webhook and hands it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queue is the function's event source — it triggers the function as events arrive.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function writes to the provided store; the store's table name is supplied to the function as config.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Deploy &amp; configure the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and configure the serverless services to implement the application, from the provided code.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Pass `LabRole` as the execution role; wire the API → queue → function →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Use the console, CLI or SDK to deploy and confirm (PE 4).</a:t>
            </a:r>
          </a:p>
        </p:txBody>
      </p:sp>
      <p:pic>
        <p:nvPicPr>
          <p:cNvPr id="5" name="Picture 4" descr="microservice-deplo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926" y="1783080"/>
            <a:ext cx="1976387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API/queue/function from the supplied code in the lab (us-east-1), wired to the provided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each resource and the event-source mapping.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&amp; configure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deploy the practice microservice from the supplied code and wire it to the practice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to us-east-1; confirm the pipeline stands up.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confirm functioning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post an event, find the record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the microservice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Post sample events to the contract; confirm each is persisted exactly once in the data store.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Confirm an invalid event is rejected — the validation works, not just the happy path.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Testing/debugging technique: assert the observable outcome (the record), not just a 200 response (KE 5).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Post events &amp; confirm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Post a valid event → find the item in the store; post an invalid event → confirm it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(recorded/live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Test &amp; confirm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post sample events and confirm each is recorded exactly once; confirm an invalid event is rejected.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Troubleshoot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the logs tell you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Diagnose from the logs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Troubleshoot and fix microservice errors: a permission error, a payload-validation bug, a mis-wired event source.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Read the function logs and the queue/dead-letter behaviour — the failure is recorded, find it (KE 5).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Fix, redeploy, re-test — confirm the record now writes.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Troubleshoot the microservice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scenario, diagnose a seeded fault from the logs, fix it, redeploy, and confirm the event records.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004488"/>
                </a:solidFill>
                <a:latin typeface="Roboto"/>
              </a:rPr>
              <a:t>Topic 8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Deployment assembles a design: review the design + supplied code before you build.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Wire API → queue (event source) → function → store; `LabRole` is the execution role.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Test by the observable outcome — the record is written exactly once; invalid events are rejected.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Troubleshoot from the logs: read, diagnose, fix, redeploy, re-test.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9 — monitoring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microservice and the web-scale build are running; next you make them observable.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add the monitoring that sits behind the DR plan's detection step.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