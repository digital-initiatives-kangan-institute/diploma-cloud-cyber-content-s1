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Topic 10 as the closeout — the technical work is done (Topics 6–9); today packages, hands over</a:t>
            </a:r>
          </a:p>
          <a:p>
            <a:r>
              <a:t>and signs off. Set the four deliverables; no new build.</a:t>
            </a:r>
          </a:p>
          <a:p>
            <a:r>
              <a:t>• First bullet: Topics 6–9 built and monitored the system; Topic 10 PACKAGES and closes it out. The</a:t>
            </a:r>
          </a:p>
          <a:p>
            <a:r>
              <a:t>engineering is behind them; this is the professional wrap.</a:t>
            </a:r>
          </a:p>
          <a:p>
            <a:r>
              <a:t>• Second bullet: four things — user documentation, the Deployment Report, sign-off, and the written</a:t>
            </a:r>
          </a:p>
          <a:p>
            <a:r>
              <a:t>knowledge evidence. Preview them as today's map.</a:t>
            </a:r>
          </a:p>
          <a:p>
            <a:r>
              <a:t>• Third bullet (the recurring truth): the report is assembled from what they captured LIVE during the</a:t>
            </a:r>
          </a:p>
          <a:p>
            <a:r>
              <a:t>build — you can't reconstruct it later. If evidence is thin, that's a Topics 6–9 habit gap surfacing now.</a:t>
            </a:r>
          </a:p>
          <a:p>
            <a:r>
              <a:t>• Fourth bullet: no new build here — document, hand over, sign off. Reset expectations from console</a:t>
            </a:r>
          </a:p>
          <a:p>
            <a:r>
              <a:t>work to writing + communication.</a:t>
            </a:r>
          </a:p>
          <a:p>
            <a:r>
              <a:t>Misconception to pre-empt: "documentation is the easy bit." No — the report and user docs are assessed</a:t>
            </a:r>
          </a:p>
          <a:p>
            <a:r>
              <a:t>on quality (D13) and are what a client actually receives; a great build with a poor handover fails the</a:t>
            </a:r>
          </a:p>
          <a:p>
            <a:r>
              <a:t>professional test.</a:t>
            </a:r>
          </a:p>
          <a:p>
            <a:r>
              <a:t>Question to pose: "Your build works perfectly but you kept no screenshots — can you write the</a:t>
            </a:r>
          </a:p>
          <a:p>
            <a:r>
              <a:t>Deployment Report?" (no — it's assembled from live-captured evidence; drives home the Topics 6–9 discipline).</a:t>
            </a:r>
          </a:p>
          <a:p>
            <a:r>
              <a:t>UoC/AT2 tie: opens the closeout — ICTCLD505 documentation + ICTCLD503 feedback/sign-off — evidenced in</a:t>
            </a:r>
          </a:p>
          <a:p>
            <a:r>
              <a:t>AT2 §7–8 (D10–D13).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primer on what USER documentation for IaC is for — someone who didn't write the template must be</a:t>
            </a:r>
          </a:p>
          <a:p>
            <a:r>
              <a:t>able to run it. Frame the reader, then the content.</a:t>
            </a:r>
          </a:p>
          <a:p>
            <a:r>
              <a:t>• First bullet: user docs let someone who did NOT write the template deploy, update and delete it</a:t>
            </a:r>
          </a:p>
          <a:p>
            <a:r>
              <a:t>safely. The audience is a future operator, not the author.</a:t>
            </a:r>
          </a:p>
          <a:p>
            <a:r>
              <a:t>• Second bullet: include the templates AND the parameters — what each parameter does and its allowed</a:t>
            </a:r>
          </a:p>
          <a:p>
            <a:r>
              <a:t>values. Parameters are the knobs; undocumented knobs are traps.</a:t>
            </a:r>
          </a:p>
          <a:p>
            <a:r>
              <a:t>• Third bullet (FS Writing): clear, logical structure and the required syntax — a reader follows it</a:t>
            </a:r>
          </a:p>
          <a:p>
            <a:r>
              <a:t>without you in the room. Structure is assessed, not just content.</a:t>
            </a:r>
          </a:p>
          <a:p>
            <a:r>
              <a:t>Misconception to pre-empt: "the template is self-documenting." No — a stranger under time pressure needs</a:t>
            </a:r>
          </a:p>
          <a:p>
            <a:r>
              <a:t>the deploy/update/delete steps and the parameter meanings spelled out; readable code isn't a runbook.</a:t>
            </a:r>
          </a:p>
          <a:p>
            <a:r>
              <a:t>Question to pose: "You hand your stack to YAT's ICT team and leave — what must the doc let them do</a:t>
            </a:r>
          </a:p>
          <a:p>
            <a:r>
              <a:t>without ringing you?" (deploy, update via change set, delete — safely, with the right parameters).</a:t>
            </a:r>
          </a:p>
          <a:p>
            <a:r>
              <a:t>UoC/AT2 tie: ICTCLD505 PC 4.1 + PE 4 (create user documentation incl. templates) + FS Writing → AT2</a:t>
            </a:r>
          </a:p>
          <a:p>
            <a:r>
              <a:t>§7.1 (D10).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primer concrete for THEIR stacks — the operating procedures a handover doc must carry.</a:t>
            </a:r>
          </a:p>
          <a:p>
            <a:r>
              <a:t>• First bullet: document how to DEPLOY, UPDATE (via change set) and DELETE each stack, with its</a:t>
            </a:r>
          </a:p>
          <a:p>
            <a:r>
              <a:t>parameters. Three operations, each with steps — the change-set path for updates especially.</a:t>
            </a:r>
          </a:p>
          <a:p>
            <a:r>
              <a:t>• Second bullet: note the Region substitution — the stacks deploy to us-east-1 in the lab, and Region</a:t>
            </a:r>
          </a:p>
          <a:p>
            <a:r>
              <a:t>is a PARAMETER, so the doc says how to point it elsewhere. Don't bury the substitution.</a:t>
            </a:r>
          </a:p>
          <a:p>
            <a:r>
              <a:t>• Third bullet: write to the YAT template — logical order, plain professional English. The house style</a:t>
            </a:r>
          </a:p>
          <a:p>
            <a:r>
              <a:t>is part of the mark (D13).</a:t>
            </a:r>
          </a:p>
          <a:p>
            <a:r>
              <a:t>Misconception to pre-empt: "update means delete and redeploy." No — teach the CHANGE SET path for</a:t>
            </a:r>
          </a:p>
          <a:p>
            <a:r>
              <a:t>updates (preview then apply); tearing down to change a parameter loses data and isn't the professional move.</a:t>
            </a:r>
          </a:p>
          <a:p>
            <a:r>
              <a:t>Question to pose: "What's the safe way to change a running stack's parameter — and how do you know what</a:t>
            </a:r>
          </a:p>
          <a:p>
            <a:r>
              <a:t>the change will do before it happens?" (a change set — preview, then execute).</a:t>
            </a:r>
          </a:p>
          <a:p>
            <a:r>
              <a:t>UoC/AT2 tie: ICTCLD505 PC 4.1 + PE 4 + FS Writing → AT2 §7.1 (D10); deploy/update/delete with</a:t>
            </a:r>
          </a:p>
          <a:p>
            <a:r>
              <a:t>parameters is exactly the user-doc content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C1 practice; students write the user documentation for their practice stacks.</a:t>
            </a:r>
          </a:p>
          <a:p>
            <a:r>
              <a:t>Tell students, in these words: "For your practice build, write the user documentation for your stacks</a:t>
            </a:r>
          </a:p>
          <a:p>
            <a:r>
              <a:t>— how to deploy, update and delete each one, with its parameters, in the YAT template."</a:t>
            </a:r>
          </a:p>
          <a:p>
            <a:r>
              <a:t>Steps (put on the board):</a:t>
            </a:r>
          </a:p>
          <a:p>
            <a:r>
              <a:t>1. List each stack and its parameters (name, what it does, allowed values).</a:t>
            </a:r>
          </a:p>
          <a:p>
            <a:r>
              <a:t>2. Write the deploy, update (change set) and delete procedure for each — steps a stranger can follow.</a:t>
            </a:r>
          </a:p>
          <a:p>
            <a:r>
              <a:t>3. Note the Region substitution (Region is a parameter; deploys to us-east-1 in the lab).</a:t>
            </a:r>
          </a:p>
          <a:p>
            <a:r>
              <a:t>4. Put it in logical order in the YAT template, plain professional English.</a:t>
            </a:r>
          </a:p>
          <a:p>
            <a:r>
              <a:t>Must produce: user documentation covering deploy/update/delete with parameters for their stacks —</a:t>
            </a:r>
          </a:p>
          <a:p>
            <a:r>
              <a:t>the §7.1 deliverable.</a:t>
            </a:r>
          </a:p>
          <a:p>
            <a:r>
              <a:t>Timing: ~25 min. Where they get stuck: they describe WHAT the template contains instead of HOW to</a:t>
            </a:r>
          </a:p>
          <a:p>
            <a:r>
              <a:t>operate it — push them to write procedures (numbered steps), and to cover update-via-change-set, not</a:t>
            </a:r>
          </a:p>
          <a:p>
            <a:r>
              <a:t>just deploy.</a:t>
            </a:r>
          </a:p>
          <a:p>
            <a:r>
              <a:t>Share-back prompt: swap docs with a neighbour — "could you deploy this stack from their doc alone?"</a:t>
            </a:r>
          </a:p>
          <a:p>
            <a:r>
              <a:t>No-leakage note: the practice build is comparable-not-identical to the AT2 build; keep them documenting</a:t>
            </a:r>
          </a:p>
          <a:p>
            <a:r>
              <a:t>the practice stacks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Deployment Report as an ASSEMBLY of evidence they already have, plus the feedback loop.</a:t>
            </a:r>
          </a:p>
          <a:p>
            <a:r>
              <a:t>• First bullet: assemble the report — the build narrative, the configuration decisions, and the</a:t>
            </a:r>
          </a:p>
          <a:p>
            <a:r>
              <a:t>test/troubleshooting evidence. Three strands they generated across Topics 6–9.</a:t>
            </a:r>
          </a:p>
          <a:p>
            <a:r>
              <a:t>• Second bullet (the recurring truth): it is BUILT from the screenshots and exports captured as they</a:t>
            </a:r>
          </a:p>
          <a:p>
            <a:r>
              <a:t>went. Assembly is only easy if the capturing was done; surface any gaps now.</a:t>
            </a:r>
          </a:p>
          <a:p>
            <a:r>
              <a:t>• Third bullet: confirm, seek and RESPOND to feedback with the required personnel — adjust the report,</a:t>
            </a:r>
          </a:p>
          <a:p>
            <a:r>
              <a:t>or defend a choice WITH REASONS. Feedback is a two-way professional exchange, not just corrections.</a:t>
            </a:r>
          </a:p>
          <a:p>
            <a:r>
              <a:t>Misconception to pre-empt: "feedback means do whatever I'm told." No — you either incorporate it or</a:t>
            </a:r>
          </a:p>
          <a:p>
            <a:r>
              <a:t>justify your decision with reasons; a defensible "no, because…" is a valid professional response (PC 4.2).</a:t>
            </a:r>
          </a:p>
          <a:p>
            <a:r>
              <a:t>Question to pose: "A reviewer says your alarm threshold is too high — what are your two legitimate</a:t>
            </a:r>
          </a:p>
          <a:p>
            <a:r>
              <a:t>responses?" (adjust it, OR defend it by tracing to the design spec — both are 'responding to feedback').</a:t>
            </a:r>
          </a:p>
          <a:p>
            <a:r>
              <a:t>UoC/AT2 tie: ICTCLD503 PC 4.2 (confirm/seek/respond to feedback) → AT2 §7.5–7.6 (D11); the report</a:t>
            </a:r>
          </a:p>
          <a:p>
            <a:r>
              <a:t>assembly also feeds document quality (D13).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C2 practice; students assemble a short Deployment Report and run a feedback round.</a:t>
            </a:r>
          </a:p>
          <a:p>
            <a:r>
              <a:t>Tell students, in these words: "For your practice build, assemble a short Deployment Report from the</a:t>
            </a:r>
          </a:p>
          <a:p>
            <a:r>
              <a:t>evidence you captured — the build narrative, your configuration decisions, and your</a:t>
            </a:r>
          </a:p>
          <a:p>
            <a:r>
              <a:t>test/troubleshooting evidence. Then seek feedback on it and respond."</a:t>
            </a:r>
          </a:p>
          <a:p>
            <a:r>
              <a:t>Steps (put on the board):</a:t>
            </a:r>
          </a:p>
          <a:p>
            <a:r>
              <a:t>1. Pull your captured screenshots and exports from Topics 6–9 into the report structure.</a:t>
            </a:r>
          </a:p>
          <a:p>
            <a:r>
              <a:t>2. Write the build narrative + the configuration decisions; attach the test/troubleshooting evidence.</a:t>
            </a:r>
          </a:p>
          <a:p>
            <a:r>
              <a:t>3. Swap with a peer (or ask the assessor-in-role) for feedback.</a:t>
            </a:r>
          </a:p>
          <a:p>
            <a:r>
              <a:t>4. Respond: incorporate it, or defend a choice with reasons — and note what you did.</a:t>
            </a:r>
          </a:p>
          <a:p>
            <a:r>
              <a:t>Must produce: a short assembled Deployment Report plus a recorded feedback exchange (what was raised,</a:t>
            </a:r>
          </a:p>
          <a:p>
            <a:r>
              <a:t>how you responded) — the §7.5–7.6 evidence.</a:t>
            </a:r>
          </a:p>
          <a:p>
            <a:r>
              <a:t>Timing: ~25 min. Where they get stuck: thin evidence (nothing captured earlier) — have them note the</a:t>
            </a:r>
          </a:p>
          <a:p>
            <a:r>
              <a:t>gap rather than fabricate; and treating all feedback as mandatory changes — remind them defending with</a:t>
            </a:r>
          </a:p>
          <a:p>
            <a:r>
              <a:t>reasons is valid.</a:t>
            </a:r>
          </a:p>
          <a:p>
            <a:r>
              <a:t>Share-back prompt: "Name one piece of feedback you REJECTED and the reason you gave." (models</a:t>
            </a:r>
          </a:p>
          <a:p>
            <a:r>
              <a:t>responding, not just complying).</a:t>
            </a:r>
          </a:p>
          <a:p>
            <a:r>
              <a:t>No-leakage note: the practice build is comparable-not-identical to the AT2 build; keep them on the</a:t>
            </a:r>
          </a:p>
          <a:p>
            <a:r>
              <a:t>practice report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sign-off as the professional close — getting the build formally accepted against the approved</a:t>
            </a:r>
          </a:p>
          <a:p>
            <a:r>
              <a:t>design, communicated clearly.</a:t>
            </a:r>
          </a:p>
          <a:p>
            <a:r>
              <a:t>• First bullet: obtain final sign-off from the required personnel — the build closure and approval to</a:t>
            </a:r>
          </a:p>
          <a:p>
            <a:r>
              <a:t>proceed. Sign-off is a decision by someone with authority, not a self-declaration.</a:t>
            </a:r>
          </a:p>
          <a:p>
            <a:r>
              <a:t>• Second bullet (FS Oral): articulate the build and confirm requirements FOR THE AUDIENCE — plain</a:t>
            </a:r>
          </a:p>
          <a:p>
            <a:r>
              <a:t>language, not jargon. The person signing may not be technical; meet them where they are.</a:t>
            </a:r>
          </a:p>
          <a:p>
            <a:r>
              <a:t>• Third bullet (the point): sign-off closes AT2 — the build is accepted against the APPROVED DESIGN.</a:t>
            </a:r>
          </a:p>
          <a:p>
            <a:r>
              <a:t>Tie it back to AT1: you're being accepted against the thing you designed and got approved.</a:t>
            </a:r>
          </a:p>
          <a:p>
            <a:r>
              <a:t>Misconception to pre-empt: "sign-off is a formality once it works." No — it's where you CONFIRM every</a:t>
            </a:r>
          </a:p>
          <a:p>
            <a:r>
              <a:t>requirement is met, in the client's language; a working build the client doesn't understand or accept</a:t>
            </a:r>
          </a:p>
          <a:p>
            <a:r>
              <a:t>isn't signed off.</a:t>
            </a:r>
          </a:p>
          <a:p>
            <a:r>
              <a:t>Question to pose: "You're walking a non-technical manager through the build for sign-off — how do you</a:t>
            </a:r>
          </a:p>
          <a:p>
            <a:r>
              <a:t>say 'the alarm fires on queue depth' without the jargon?" (rehearses audience-appropriate articulation).</a:t>
            </a:r>
          </a:p>
          <a:p>
            <a:r>
              <a:t>UoC/AT2 tie: ICTCLD503 PC 4.3 + ICTCLD505 PC 4.2 (obtain final sign-off) + FS Oral communication → AT2</a:t>
            </a:r>
          </a:p>
          <a:p>
            <a:r>
              <a:t>§7.5–7.6 (D11).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C3 practice; students REHEARSE the sign-off conversation (oral-communication</a:t>
            </a:r>
          </a:p>
          <a:p>
            <a:r>
              <a:t>practice, not a document).</a:t>
            </a:r>
          </a:p>
          <a:p>
            <a:r>
              <a:t>Tell students, in these words: "For your practice build, rehearse the sign-off conversation — walk your</a:t>
            </a:r>
          </a:p>
          <a:p>
            <a:r>
              <a:t>report, confirm each requirement is met, and obtain acceptance — in plain language for a non-technical</a:t>
            </a:r>
          </a:p>
          <a:p>
            <a:r>
              <a:t>audience."</a:t>
            </a:r>
          </a:p>
          <a:p>
            <a:r>
              <a:t>Steps (pair them up):</a:t>
            </a:r>
          </a:p>
          <a:p>
            <a:r>
              <a:t>1. Pair up — one is the consultant, one is the client/required-personnel signing off (then swap).</a:t>
            </a:r>
          </a:p>
          <a:p>
            <a:r>
              <a:t>2. Walk the report: what was built, how it meets each requirement, briefly and jargon-free.</a:t>
            </a:r>
          </a:p>
          <a:p>
            <a:r>
              <a:t>3. Confirm requirements met; the 'client' asks a question or two; obtain acceptance.</a:t>
            </a:r>
          </a:p>
          <a:p>
            <a:r>
              <a:t>Must produce: a rehearsed sign-off walkthrough where the 'client' can restate what they're accepting —</a:t>
            </a:r>
          </a:p>
          <a:p>
            <a:r>
              <a:t>practice for the §7.6 sign-off.</a:t>
            </a:r>
          </a:p>
          <a:p>
            <a:r>
              <a:t>Timing: ~15 min (short — it's a rehearsal). Where they get stuck: slipping into jargon — the 'client'</a:t>
            </a:r>
          </a:p>
          <a:p>
            <a:r>
              <a:t>should stop them and ask "in plain words?"; and skipping the requirement-by-requirement confirmation.</a:t>
            </a:r>
          </a:p>
          <a:p>
            <a:r>
              <a:t>Share-back prompt: ask one pair to demo 60 seconds — the room judges whether a non-technical client</a:t>
            </a:r>
          </a:p>
          <a:p>
            <a:r>
              <a:t>would understand.</a:t>
            </a:r>
          </a:p>
          <a:p>
            <a:r>
              <a:t>No-leakage note: the practice build is comparable-not-identical to the AT2 build; keep the rehearsal on</a:t>
            </a:r>
          </a:p>
          <a:p>
            <a:r>
              <a:t>the practice build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KE appendix as re-evidencing knowledge CONTEXTUALLY — against their own build, not as</a:t>
            </a:r>
          </a:p>
          <a:p>
            <a:r>
              <a:t>textbook definitions. This is the last piece of the submission.</a:t>
            </a:r>
          </a:p>
          <a:p>
            <a:r>
              <a:t>• First bullet: contextual written responses on THEIR OWN build — IaC concepts and benefits,</a:t>
            </a:r>
          </a:p>
          <a:p>
            <a:r>
              <a:t>testing/debugging, and the shared cloud foundations. The prompts ask "on your build," not "define X."</a:t>
            </a:r>
          </a:p>
          <a:p>
            <a:r>
              <a:t>• Second bullet (the shift): re-evidences the knowledge from Topics 6–9 against what they ACTUALLY</a:t>
            </a:r>
          </a:p>
          <a:p>
            <a:r>
              <a:t>built — a generic definition scores less than one grounded in their template, their tests, their fixes.</a:t>
            </a:r>
          </a:p>
          <a:p>
            <a:r>
              <a:t>• Third bullet: assembled into the report's KE APPENDIX — the final component of the AT2 submission.</a:t>
            </a:r>
          </a:p>
          <a:p>
            <a:r>
              <a:t>Misconception to pre-empt: "I'll paste the definitions from the notes." No — the KE responses are</a:t>
            </a:r>
          </a:p>
          <a:p>
            <a:r>
              <a:t>marked as CONTEXTUAL (D12); "here's how least-privilege showed up in MY build" beats a dictionary entry.</a:t>
            </a:r>
          </a:p>
          <a:p>
            <a:r>
              <a:t>Question to pose: "The KE asks about testing techniques — do you answer with the textbook, or with how</a:t>
            </a:r>
          </a:p>
          <a:p>
            <a:r>
              <a:t>you tested YOUR microservice?" (your build — contextual is the whole point).</a:t>
            </a:r>
          </a:p>
          <a:p>
            <a:r>
              <a:t>UoC/AT2 tie: ICTCLD505 KE 3–9 + ICTCLD503 KE 5 + the shared foundations (ICTCLD503 KE 1,2 / ICTCLD505</a:t>
            </a:r>
          </a:p>
          <a:p>
            <a:r>
              <a:t>KE 1,2), re-evidenced against the build → AT2 §8 (D12). This slide deliberately re-evidences the</a:t>
            </a:r>
          </a:p>
          <a:p>
            <a:r>
              <a:t>Topics 6–9 KEs — the advisory EXTRA is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C4 practice; students write contextual KE responses on their practice IaC +</a:t>
            </a:r>
          </a:p>
          <a:p>
            <a:r>
              <a:t>microservice work.</a:t>
            </a:r>
          </a:p>
          <a:p>
            <a:r>
              <a:t>Tell students, in these words: "For your practice build, write the contextual knowledge-evidence</a:t>
            </a:r>
          </a:p>
          <a:p>
            <a:r>
              <a:t>responses on your IaC and microservice work — answer each against what YOU built, not a textbook</a:t>
            </a:r>
          </a:p>
          <a:p>
            <a:r>
              <a:t>definition."</a:t>
            </a:r>
          </a:p>
          <a:p>
            <a:r>
              <a:t>Steps (put on the board):</a:t>
            </a:r>
          </a:p>
          <a:p>
            <a:r>
              <a:t>1. Take each KE prompt (IaC concepts/benefits, testing/debugging, the shared foundations).</a:t>
            </a:r>
          </a:p>
          <a:p>
            <a:r>
              <a:t>2. Answer it CONTEXTUALLY — cite your own template, your own tests, your own fixes from Topics 6–9.</a:t>
            </a:r>
          </a:p>
          <a:p>
            <a:r>
              <a:t>3. Assemble the responses into the KE appendix of the report.</a:t>
            </a:r>
          </a:p>
          <a:p>
            <a:r>
              <a:t>Must produce: a set of contextual KE responses grounded in the practice build — the §8 appendix.</a:t>
            </a:r>
          </a:p>
          <a:p>
            <a:r>
              <a:t>Timing: ~20 min. Where they get stuck: writing generic definitions — push them to name a concrete</a:t>
            </a:r>
          </a:p>
          <a:p>
            <a:r>
              <a:t>thing from their build in every answer; and thin answers where their build evidence was thin (a Topics</a:t>
            </a:r>
          </a:p>
          <a:p>
            <a:r>
              <a:t>6–9 gap surfacing).</a:t>
            </a:r>
          </a:p>
          <a:p>
            <a:r>
              <a:t>Share-back prompt: take one KE and compare a generic answer with a build-grounded one — the room sees</a:t>
            </a:r>
          </a:p>
          <a:p>
            <a:r>
              <a:t>the difference contextual makes.</a:t>
            </a:r>
          </a:p>
          <a:p>
            <a:r>
              <a:t>No-leakage note: the practice build is comparable-not-identical to the AT2 build; keep the KE responses</a:t>
            </a:r>
          </a:p>
          <a:p>
            <a:r>
              <a:t>on the practice build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10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Documenting the build, handover &amp; sign-off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User documentation, the Deployment Report, sign-off, and the written knowledge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Closing out 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Topics 6–9 built and monitored the system; Topic 10 packages and closes it out.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Four things: user documentation, the Deployment Report, sign-off, and the written knowledge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report is assembled from what you captured live during the build — you can't reconstruct it later.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No new build here — document, hand over, sign off.</a:t>
            </a:r>
          </a:p>
        </p:txBody>
      </p:sp>
      <p:pic>
        <p:nvPicPr>
          <p:cNvPr id="5" name="Picture 4" descr="gen-b0302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IaC user documentation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someone else can run your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User documentation for IaC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User docs let someone who didn't write the template deploy, update and delete it safely.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Include the templates and the parameters — what each does and its allowed values.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Clear, logical structure and the required syntax — a reader follows it without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Document operating the stacks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Document how to deploy, update (change set) and delete each stack, with its parameters.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Note the Region substitution: the stacks deploy to us-east-1 in the lab; Region is a parameter.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to the YAT template — logical order, plain professional English.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IaC user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build, write the user documentation for your stacks — deploy/update/delete with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Deployment Report &amp; build feedback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assemble the evidence, seek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Assemble the Deployment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Assemble the report: the build narrative, the configuration decisions, and the test/troubleshooting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built from the screenshots and exports you captured as you went (Topics 6–9).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Confirm, seek and respond to feedback with the required personnel — adjust or defend with reasons.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Assemble the report &amp; handle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build, assemble a short Deployment Report from your captured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Seek feedback and respond to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Final sign-off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get the build accepted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Obtain final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Obtain final sign-off from the required personnel — the build closure and approval to proceed.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Articulate the build and confirm requirements for the audience — communicate clearly, not in jargon.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Sign-off closes AT2: the build is accepted against the approved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Rehearse the build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build, rehearse the sign-off conversation — walk the report, confirm requirements met, obtain acceptance.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Written knowledge evidence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build, in your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Write the KE appendix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Contextual written responses on your own build — IaC concepts and benefits, testing/debugging, and the shared cloud foundations.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Re-evidences the knowledge from Topics 6–9 against what you actually built (not the generic definitions).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Assembled into the report's KE appendix — the last piece of the AT2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KE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the practice build, write the contextual KE responses on your IaC and microservice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10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User docs let someone else operate your stacks — templates, parameters, deploy/update/delete.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Deployment Report is assembled from live-captured evidence; seek and respond to feedback.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Obtain final sign-off — the build accepted against the approved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KE appendix re-evidences Topics 6–9 against your own build.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Cluster complete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AT2 is documented, handed over and signed off — the build closes out the cluster.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designed it (AT1), built it (AT2), and can defend every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