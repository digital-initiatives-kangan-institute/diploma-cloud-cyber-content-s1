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10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Documenting the build, handover &amp; sign-off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User documentation, the Deployment Report, sign-off, and the written knowledge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Closing out the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Topics 6–9 built and monitored the system; Topic 10 packages and closes it out.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Four things: user documentation, the Deployment Report, sign-off, and the written knowledge evidence.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report is assembled from what you captured live during the build — you can't reconstruct it later.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No new build here — document, hand over, sign off.</a:t>
            </a:r>
          </a:p>
        </p:txBody>
      </p:sp>
      <p:pic>
        <p:nvPicPr>
          <p:cNvPr id="5" name="Picture 4" descr="gen-b03027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IaC user documentation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someone else can run your stacks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User documentation for IaC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User docs let someone who didn't write the template deploy, update and delete it safely.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Include the templates and the parameters — what each does and its allowed values.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Clear, logical structure and the required syntax — a reader follows it without you.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Document operating the stacks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Document how to deploy, update (change set) and delete each stack, with its parameters.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Note the Region substitution: the stacks deploy to us-east-1 in the lab; Region is a parameter.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Write to the YAT template — logical order, plain professional English.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Write the IaC user docs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build, write the user documentation for your stacks — deploy/update/delete with parameters.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The Deployment Report &amp; build feedback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assemble the evidence, seek feedback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Assemble the Deployment Report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Assemble the report: the build narrative, the configuration decisions, and the test/troubleshooting evidence.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It is built from the screenshots and exports you captured as you went (Topics 6–9).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Confirm, seek and respond to feedback with the required personnel — adjust or defend with reasons.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Assemble the report &amp; handle feedback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build, assemble a short Deployment Report from your captured evidence.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Seek feedback and respond to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Final sign-off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get the build accepted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Obtain final sign-off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Obtain final sign-off from the required personnel — the build closure and approval to proceed.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Articulate the build and confirm requirements for the audience — communicate clearly, not in jargon.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Sign-off closes AT2: the build is accepted against the approved design.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Rehearse the build sign-off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build, rehearse the sign-off conversation — walk the report, confirm requirements met, obtain acceptance.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~15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04488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Written knowledge evidence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your build, in your words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Write the KE appendix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Contextual written responses on your own build — IaC concepts and benefits, testing/debugging, and the shared cloud foundations.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Re-evidences the knowledge from Topics 6–9 against what you actually built (not the generic definitions).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Assembled into the report's KE appendix — the last piece of the AT2 submission.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Write the KE responses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build, write the contextual KE responses on your IaC and microservice work.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004488"/>
                </a:solidFill>
                <a:latin typeface="Roboto"/>
              </a:rPr>
              <a:t>Topic 10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User docs let someone else operate your stacks — templates, parameters, deploy/update/delete.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Deployment Report is assembled from live-captured evidence; seek and respond to feedback.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Obtain final sign-off — the build accepted against the approved design.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KE appendix re-evidences Topics 6–9 against your own build.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Cluster complete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AT2 is documented, handed over and signed off — the build closes out the cluster.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designed it (AT1), built it (AT2), and can defend every choice.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