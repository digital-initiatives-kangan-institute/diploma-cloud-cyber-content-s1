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05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Documenting &amp; presenting for approval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Assemble and justify the Solution Design, present both deliverables, and get sign-off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Closing out AT1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Topics 1–4 produced the design and the DR plan; Topic 5 turns them into approved deliverables.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Two things: document and justify the Solution Design, then present both for approval.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Approval is the gate — AT2 implementation only starts once the design is signed off.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No new design and no build here — assemble, present, sign off.</a:t>
            </a:r>
          </a:p>
        </p:txBody>
      </p:sp>
      <p:pic>
        <p:nvPicPr>
          <p:cNvPr id="5" name="Picture 4" descr="gen-ff1b107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83080"/>
            <a:ext cx="4023360" cy="402336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Documenting &amp; justifying the design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write it down, and say why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Documenting to a template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Solution Design is a professional document, not notes — complete, consistent, and readable by a non-author.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Write to the YAT template so structure and quality are predictable.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Plain professional English: precise, no jargon for its own sake.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Assemble the Solution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Bring together the web-scale architecture (Topic 1) and the microservice design (Topic 2) into one document.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Each section maps to a requirement — a reader can trace design back to need.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Internal consistency: the diagrams, tables and prose agree.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Justify the changes &amp; the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Document and justify the architecture changes (web-scale) and the microservice architecture design.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Justification = the requirement met, the option chosen, and why over the alternatives.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Unjustified design is an opinion; justified design is defensible under Q&amp;A.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Assemble &amp; justify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assemble the Solution Design in the YAT template.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Document and justify the architecture changes and the microservice design.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Presenting for approval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walk them through it, and listen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approval walkthrough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 walkthrough presents the design + DR plan to the required personnel for a decision.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Speak to your choices and their rationale — not every line, the decisions that matter.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Approval is a conversation: they will probe, you will respond.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Conduct the walkthrough &amp; handle feedback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Conduct the verbal walkthrough of the Solution Design and DR Plan with the required personnel.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Seek feedback deliberately, and respond to it — accept, adjust, or defend with reasons.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Answer contextual Q&amp;A on your own choices — this is where the justification pays off.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Rehearse the walkthrough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rehearse the walkthrough of the design + DR plan.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Seek and respond to feedback; answer Q&amp;A on your choices.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~25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Lodgement &amp; sign-off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lodge it, get it signed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Lodge &amp; obtain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Lodge the DR plan per the organisational and legislative protocol — the right place, the right record.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Obtain final sign-off from the required personnel — the formal acceptance.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800" b="0" i="0">
                <a:solidFill>
                  <a:srgbClr val="2A2929"/>
                </a:solidFill>
                <a:latin typeface="Roboto"/>
              </a:rPr>
              <a:t>Sign-off is the gate to AT2: nothing is built until the design is approved.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Lodgement &amp; sign-off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For the practice scenario, lodge the DR plan per protocol.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Obtain and record the final sign-off.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Topic 5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Assemble the Solution Design in the YAT template — complete, consistent, professional English.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every change and design choice — the requirement, the option, and why.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Present the design + DR plan; seek and respond to feedback; answer Q&amp;A on your choices.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Lodge per protocol and obtain sign-off — the gate to AT2 implementation.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6 — AT2 build begins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AT1 is closed out: designed, documented, presented, signed off.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Next you switch from design to build — implement the web-scale foundation in the lab.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