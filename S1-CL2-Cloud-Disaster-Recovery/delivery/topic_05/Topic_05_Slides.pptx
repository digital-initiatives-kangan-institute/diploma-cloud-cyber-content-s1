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Documenting &amp; presenting for approval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Assemble and justify the Solution Design, present both deliverables, and get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out AT1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1–4 produced the design and the DR plan; Topic 5 turns them into approved deliverables.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Two things: document and justify the Solution Design, then present both for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Approval is the gate — AT2 implementation only starts once the design is signed 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No new design and no build here — assemble, present, sign off.</a:t>
            </a:r>
          </a:p>
        </p:txBody>
      </p:sp>
      <p:pic>
        <p:nvPicPr>
          <p:cNvPr id="5" name="Picture 4" descr="gen-ff1b10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Documenting &amp; justifying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write it down, and say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Documenting to a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Solution Design is a professional document, not notes — complete, consistent, and readable by a non-author.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to the YAT template so structure and quality are predictable.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Plain professional English: precise, no jargon for its own sake.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Assemble the Solution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Bring together the web-scale architecture (Topic 1) and the microservice design (Topic 2) into one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section maps to a requirement — a reader can trace design back to need.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Internal consistency: the diagrams, tables and prose agree.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Justify the changes &amp; 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 and justify the architecture changes (web-scale) and the microservice architecture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Justification = the requirement met, the option chosen, and why over the alternatives.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Unjustified design is an opinion; justified design is defensible under Q&amp;A.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Assemble &amp; justify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assemble the Solution Design in the YAT template.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Document and justify the architecture changes and the microservice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Presenting for approval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walk them through it, and listen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approval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walkthrough presents the design + DR plan to the required personnel for a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Speak to your choices and their rationale — not every line, the decisions that matter.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Approval is a conversation: they will probe, you will respond.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Conduct the walkthrough &amp; handle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Conduct the verbal walkthrough of the Solution Design and DR Plan with the required personnel.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Seek feedback deliberately, and respond to it — accept, adjust, or defend with reasons.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contextual Q&amp;A on your own choices — this is where the justification pays 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Rehearse the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rehearse the walkthrough of the design + DR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Seek and respond to feedback; answer Q&amp;A on your choices.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Lodgement &amp;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lodge it, get it signed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Lodge &amp; obtain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Lodge the DR plan per the organisational and legislative protocol — the right place, the right record.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final sign-off from the required personnel — the formal acceptance.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Sign-off is the gate to AT2: nothing is built until the design is approved.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Lodgement &amp;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lodge the DR plan per protocol.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Obtain and record the final sign-off.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5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Assemble the Solution Design in the YAT template — complete, consistent, professional English.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every change and design choice — the requirement, the option, and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Present the design + DR plan; seek and respond to feedback; answer Q&amp;A on your choices.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Lodge per protocol and obtain sign-off — the gate to AT2 implementation.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6 — AT2 build begins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AT1 is closed out: designed, documented, presented, signed 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switch from design to build — implement the web-scale foundation in the lab.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