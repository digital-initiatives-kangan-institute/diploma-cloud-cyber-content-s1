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performance topic — workbook tasks 38 to 43, run in order, with the Topics 1–4 documents on the desk.</a:t>
            </a:r>
          </a:p>
          <a:p>
            <a:r>
              <a:t>The walkthrough is played live (teacher or classmate as the client); set that expectation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is approval, not information — managers approve decisions, so present decisions.</a:t>
            </a:r>
          </a:p>
          <a:p>
            <a:r>
              <a:t>Question to pose: fifteen minutes, thirty pages — what do you actually talk about?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38 — the walkthrough plan. One point per part is the discipline that stops a page-turn.</a:t>
            </a:r>
          </a:p>
          <a:p>
            <a:r>
              <a:t>The timing warning comes from the workbook itself; make them rehearse against a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39. The challengeable choices are the ones with a rejected alternative — that's where questions land.</a:t>
            </a:r>
          </a:p>
          <a:p>
            <a:r>
              <a:t>Connects straight back to the justification tasks in Parts A and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38–39.</a:t>
            </a:r>
          </a:p>
          <a:p>
            <a:r>
              <a:t>Press "one point per part" — most first drafts have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40 — the live session plus its record. The record is filled in straight after, not reconstructed later.</a:t>
            </a:r>
          </a:p>
          <a:p>
            <a:r>
              <a:t>In class the client is played by the teacher or a classmate; both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41. Whoever plays the client gives at least one thing to change — that's the point of the exercise.</a:t>
            </a:r>
          </a:p>
          <a:p>
            <a:r>
              <a:t>Caving to every comment reads as no conviction; defending everything reads as not listening. Either extreme is the coaching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40–41, in pairs, both roles.</a:t>
            </a:r>
          </a:p>
          <a:p>
            <a:r>
              <a:t>The approver probes the choices and offers at least one change; the presenter answers from their own justifications.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42 — lodgement per the organisation's Records Management Policy, not to personal preference.</a:t>
            </a:r>
          </a:p>
          <a:p>
            <a:r>
              <a:t>The policy is on the intranet; the task is reading it and doing what it says.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43. Conditions are the realistic outcome worth normalising — the workbook says so explicitly.</a:t>
            </a:r>
          </a:p>
          <a:p>
            <a:r>
              <a:t>The recorded decision, not the handshake, is what the assessor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42–43.</a:t>
            </a:r>
          </a:p>
          <a:p>
            <a:r>
              <a:t>Make them cite the policy by name in the lodgement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05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Presenting for approval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Walk the client through the design and plan, respond to feedback, lodge and get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Closing out AT1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Solution Design and the Disaster Recovery Plan are written. Now the client has to approve them.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Today: plan the walkthrough, anticipate the questions, run it, respond to the feedback, lodge, and get sign-off.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An engagement isn't finished when the documents are — it's finished when the client signs.</a:t>
            </a:r>
          </a:p>
        </p:txBody>
      </p:sp>
      <p:pic>
        <p:nvPicPr>
          <p:cNvPr id="5" name="Picture 4" descr="gen-c9c1f5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Preparing the walkthrough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one point per part, and the hard questions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an approval walkthrough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walkthrough presents the design and plan to the people who must approve them, for a decision.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Speak to your choices and their rationale — the decisions that matter, not every line.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Approval is a conversation: they will probe, you will respond.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Plan the order, and the one point per part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Decide the order you take the client through the two documents.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For each part, write the one point they must understand — if they remember one thing per section, which thing?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Time it against the slot you have; running out of time is the most common way this goes wrong.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Anticipate the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Write the questions you would ask if you were the client, and your answer to each.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ones worth preparing are where you made a choice someone could challenge.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If you justified the choice in the document, the answer is already written — find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Plan and prepare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38 and 39.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Plan the walkthrough order with the one point per part, then write the questions you'd ask in the client's place and your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Order, one point per part, timed to the slot.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Prepare the questions your own choices invite.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walkthrough, and the feedback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present, listen,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Conduct the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Present the design and plan to the client, to your plan, inside the time.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Record the session immediately afterwards: when, who, and what was actually covered.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record is evidence of the performance — written while you still remember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Seek feedback, and respond to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Ask for feedback deliberately — don't wait for it to be offered.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Respond: accept and adjust, or defend with reasons. Both are professional; silence is neither.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Record what was said and what you did about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Run the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40 and 41.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Conduct the walkthrough in pairs, record the session, then record the feedback you sought and how you responded.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The session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Present to plan, inside the time, and record it immediately.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Seek the feedback; accept or defend with reasons; record both.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Lodgement and sign-off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filed where policy says, signed by who policy names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Lodge the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organisation's records policy says where a completed engagement document goes — read it, and follow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Lodgement is what makes the plan findable in a disaster; a plan nobody can find recovers nothing.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Record where you lodged it and under what policy.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Obtain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Ask for the decision, and record it: approved, approved with conditions, or not yet.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Approval with conditions is a real outcome, not a failure — record the conditions and what happens next.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Sign-off closes the engagement; the record of it is the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Lodge and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42 and 43.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 out the lodgement the records policy requires and do it, then ask for sign-off and record the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Topic 5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One point per part; prepare the questions your choices invite.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Present, seek feedback, respond with reasons, record everything.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Lodge to policy; record the decision, conditions and 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AT1 is done — next, the build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Designed, planned, presented, approved and lodged: the whole advisory engagement, end to end.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 topic the keyboard comes out — infrastructure as code, and the AT2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