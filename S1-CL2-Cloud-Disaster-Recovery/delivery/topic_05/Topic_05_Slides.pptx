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Topic 5 as the CLOSE-OUT of AT1 — the design work is done; today it becomes an approved</a:t>
            </a:r>
          </a:p>
          <a:p>
            <a:r>
              <a:t>deliverable. Set the mode; don't teach documentation technique yet.</a:t>
            </a:r>
          </a:p>
          <a:p>
            <a:r>
              <a:t>• First bullet: Topics 1–4 produced the web-scale design, the microservice design and the DR plan.</a:t>
            </a:r>
          </a:p>
          <a:p>
            <a:r>
              <a:t>Today you don't design anything new — you turn that work into finished, signed-off documents.</a:t>
            </a:r>
          </a:p>
          <a:p>
            <a:r>
              <a:t>• Second bullet: two moves only — DOCUMENT and justify the Solution Design, then PRESENT both</a:t>
            </a:r>
          </a:p>
          <a:p>
            <a:r>
              <a:t>deliverables for approval. Name them; they're C1 and C2 of today.</a:t>
            </a:r>
          </a:p>
          <a:p>
            <a:r>
              <a:t>• Third bullet (the gate): approval is a real gate — AT2 implementation does not start until the</a:t>
            </a:r>
          </a:p>
          <a:p>
            <a:r>
              <a:t>design is signed off. Nothing gets built on an unapproved design.</a:t>
            </a:r>
          </a:p>
          <a:p>
            <a:r>
              <a:t>• Fourth bullet: no new design, no build here — assemble, present, sign off.</a:t>
            </a:r>
          </a:p>
          <a:p>
            <a:r>
              <a:t>Misconception to pre-empt: "we're nearly at the build, let's start tweaking the design." No — today</a:t>
            </a:r>
          </a:p>
          <a:p>
            <a:r>
              <a:t>is producing and presenting the EXISTING design; changing it now reopens work you've already closed.</a:t>
            </a:r>
          </a:p>
          <a:p>
            <a:r>
              <a:t>Question to pose: "Why would an organisation refuse to let you build before the design is signed off?"</a:t>
            </a:r>
          </a:p>
          <a:p>
            <a:r>
              <a:t>(accountability + a documented decision to build against — the sign-off is the authority to proceed).</a:t>
            </a:r>
          </a:p>
          <a:p>
            <a:r>
              <a:t>UoC/AT1 tie: opens the AT1 close-out — ICTCLD503 (document &amp; justify the design) + ICTCLD501 element 5</a:t>
            </a:r>
          </a:p>
          <a:p>
            <a:r>
              <a:t>(present, lodge, sign off); the output is AT1 Part A documentation + Part C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vendor-neutral primer — what it means to write a professional design DOCUMENT, not working notes.</a:t>
            </a:r>
          </a:p>
          <a:p>
            <a:r>
              <a:t>Keep it short; it sets the standard before the two bespoke slides apply it.</a:t>
            </a:r>
          </a:p>
          <a:p>
            <a:r>
              <a:t>• First bullet: a Solution Design is a professional document — complete, consistent, and readable by</a:t>
            </a:r>
          </a:p>
          <a:p>
            <a:r>
              <a:t>someone who wasn't in the room. The test is: could a non-author act on it?</a:t>
            </a:r>
          </a:p>
          <a:p>
            <a:r>
              <a:t>• Second bullet: writing TO the YAT template makes structure and quality predictable — the reader</a:t>
            </a:r>
          </a:p>
          <a:p>
            <a:r>
              <a:t>knows where to find each thing, and you can't forget a section.</a:t>
            </a:r>
          </a:p>
          <a:p>
            <a:r>
              <a:t>• Third bullet: plain professional English — precise, no jargon for its own sake. Clear beats clever.</a:t>
            </a:r>
          </a:p>
          <a:p>
            <a:r>
              <a:t>Misconception to pre-empt: "the design work is done, so writing it up is just formatting." No — the</a:t>
            </a:r>
          </a:p>
          <a:p>
            <a:r>
              <a:t>document IS the deliverable the client approves; a strong design described badly fails the same as a</a:t>
            </a:r>
          </a:p>
          <a:p>
            <a:r>
              <a:t>weak one.</a:t>
            </a:r>
          </a:p>
          <a:p>
            <a:r>
              <a:t>Question to pose: "If your reader is a manager who wasn't in your design sessions, what must the</a:t>
            </a:r>
          </a:p>
          <a:p>
            <a:r>
              <a:t>document do that your notes don't?" (stand alone — explain itself without you there).</a:t>
            </a:r>
          </a:p>
          <a:p>
            <a:r>
              <a:t>UoC/AT1 tie: sets up ICTCLD503 PC 1.7 / PC 2.4 (document &amp; justify) → AT1 Part A quality (criterion A13).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assembly job: two separate design strands become ONE coherent Solution Design.</a:t>
            </a:r>
          </a:p>
          <a:p>
            <a:r>
              <a:t>• First bullet: bring together the web-scale architecture (Topic 1) and the microservice design</a:t>
            </a:r>
          </a:p>
          <a:p>
            <a:r>
              <a:t>(Topic 2) into a single document — one artefact the client reads, not two loose pieces.</a:t>
            </a:r>
          </a:p>
          <a:p>
            <a:r>
              <a:t>• Second bullet: each section maps to a requirement — a reader can trace a design choice back to the</a:t>
            </a:r>
          </a:p>
          <a:p>
            <a:r>
              <a:t>need that drove it. Traceability is what makes it a design, not a description.</a:t>
            </a:r>
          </a:p>
          <a:p>
            <a:r>
              <a:t>• Third bullet: internal consistency — the diagrams, tables and prose must AGREE. A diagram that shows</a:t>
            </a:r>
          </a:p>
          <a:p>
            <a:r>
              <a:t>three tiers and prose that describes two is an instant credibility loss.</a:t>
            </a:r>
          </a:p>
          <a:p>
            <a:r>
              <a:t>Misconception to pre-empt: "assemble = staple the two designs together." No — you integrate them into</a:t>
            </a:r>
          </a:p>
          <a:p>
            <a:r>
              <a:t>one narrative with consistent terminology, numbering and diagrams; contradictions between the halves</a:t>
            </a:r>
          </a:p>
          <a:p>
            <a:r>
              <a:t>are the commonest fault.</a:t>
            </a:r>
          </a:p>
          <a:p>
            <a:r>
              <a:t>Question to pose: "If a reader picks any design choice in your document, what should they be able to</a:t>
            </a:r>
          </a:p>
          <a:p>
            <a:r>
              <a:t>find nearby?" (the requirement it satisfies — the trace).</a:t>
            </a:r>
          </a:p>
          <a:p>
            <a:r>
              <a:t>UoC/AT1 tie: ICTCLD503 PC 2.4 (document the architecture design) → AT1 Part A (criterion A11).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JUSTIFICATION discipline, the heart of C1. Teach that a design without reasons is just</a:t>
            </a:r>
          </a:p>
          <a:p>
            <a:r>
              <a:t>an assertion.</a:t>
            </a:r>
          </a:p>
          <a:p>
            <a:r>
              <a:t>• First bullet: document AND justify both the architecture CHANGES (web-scale) and the microservice</a:t>
            </a:r>
          </a:p>
          <a:p>
            <a:r>
              <a:t>design. Two things get justified, not one.</a:t>
            </a:r>
          </a:p>
          <a:p>
            <a:r>
              <a:t>• Second bullet: the shape of a justification — the requirement met, the option you chose, and WHY over</a:t>
            </a:r>
          </a:p>
          <a:p>
            <a:r>
              <a:t>the alternatives. Say all three; a choice with no rejected alternative isn't justified.</a:t>
            </a:r>
          </a:p>
          <a:p>
            <a:r>
              <a:t>• Third bullet (the line that matters): unjustified design is an opinion; justified design is defensible</a:t>
            </a:r>
          </a:p>
          <a:p>
            <a:r>
              <a:t>under Q&amp;A — and Q&amp;A is exactly what happens in the walkthrough next.</a:t>
            </a:r>
          </a:p>
          <a:p>
            <a:r>
              <a:t>Misconception to pre-empt: "justify = describe what I built." No — describing is C1's assembly;</a:t>
            </a:r>
          </a:p>
          <a:p>
            <a:r>
              <a:t>justifying is arguing why THIS over the options. Students routinely restate the design and call it</a:t>
            </a:r>
          </a:p>
          <a:p>
            <a:r>
              <a:t>justification.</a:t>
            </a:r>
          </a:p>
          <a:p>
            <a:r>
              <a:t>Question to pose: "You chose a managed database over self-managed on EC2 — what three things must your</a:t>
            </a:r>
          </a:p>
          <a:p>
            <a:r>
              <a:t>justification state?" (the requirement, the option chosen, why over the alternative).</a:t>
            </a:r>
          </a:p>
          <a:p>
            <a:r>
              <a:t>UoC/AT1 tie: ICTCLD503 PC 1.7 (document &amp; justify changes) + PC 2.4 → AT1 Part A criteria A11/A13; the</a:t>
            </a:r>
          </a:p>
          <a:p>
            <a:r>
              <a:t>justification is what the Part C Q&amp;A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C1 practice; students assemble and justify the PRACTICE scenario's Solution Design</a:t>
            </a:r>
          </a:p>
          <a:p>
            <a:r>
              <a:t>in the YAT template. Mirrors AT1 Part A on a different engagement.</a:t>
            </a:r>
          </a:p>
          <a:p>
            <a:r>
              <a:t>Tell students, in these words: "For the practice scenario, assemble the Solution Design in the YAT</a:t>
            </a:r>
          </a:p>
          <a:p>
            <a:r>
              <a:t>template — bring the web-scale and microservice designs into one document — and document and justify</a:t>
            </a:r>
          </a:p>
          <a:p>
            <a:r>
              <a:t>the architecture changes and the microservice design."</a:t>
            </a:r>
          </a:p>
          <a:p>
            <a:r>
              <a:t>Steps (put on the board):</a:t>
            </a:r>
          </a:p>
          <a:p>
            <a:r>
              <a:t>1. Open the YAT Solution Design template and drop the two design strands into their sections.</a:t>
            </a:r>
          </a:p>
          <a:p>
            <a:r>
              <a:t>2. For each major choice, write the justification: requirement met → option chosen → why over the</a:t>
            </a:r>
          </a:p>
          <a:p>
            <a:r>
              <a:t>alternatives.</a:t>
            </a:r>
          </a:p>
          <a:p>
            <a:r>
              <a:t>3. Check internal consistency — diagrams, tables and prose agree; each section traces to a requirement.</a:t>
            </a:r>
          </a:p>
          <a:p>
            <a:r>
              <a:t>Must produce: an assembled Solution Design (in the template) with each major change/choice justified.</a:t>
            </a:r>
          </a:p>
          <a:p>
            <a:r>
              <a:t>Timing: ~30 min. Where they get stuck: they DESCRIBE the design instead of JUSTIFYING it — circulate</a:t>
            </a:r>
          </a:p>
          <a:p>
            <a:r>
              <a:t>and ask "why this over the alternative?" at each choice; also watch for the two strands contradicting.</a:t>
            </a:r>
          </a:p>
          <a:p>
            <a:r>
              <a:t>Share-back prompt: take one student's justification and ask the room whether it names a rejected option.</a:t>
            </a:r>
          </a:p>
          <a:p>
            <a:r>
              <a:t>No-leakage note: this is the PRACTICE scenario — AT1 assesses the same assemble-and-justify skill on the</a:t>
            </a:r>
          </a:p>
          <a:p>
            <a:r>
              <a:t>LMS engagement (comparable, not identical); keep them on the practice design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primer on what a design "walkthrough" is — vendor-neutral, before the bespoke how-to.</a:t>
            </a:r>
          </a:p>
          <a:p>
            <a:r>
              <a:t>• First bullet: a walkthrough presents the design + DR plan to the required personnel for a DECISION —</a:t>
            </a:r>
          </a:p>
          <a:p>
            <a:r>
              <a:t>its purpose is approval, not information.</a:t>
            </a:r>
          </a:p>
          <a:p>
            <a:r>
              <a:t>• Second bullet: speak to your CHOICES and their rationale — not every line. Managers approve decisions,</a:t>
            </a:r>
          </a:p>
          <a:p>
            <a:r>
              <a:t>so present the decisions that matter, not a page-turn.</a:t>
            </a:r>
          </a:p>
          <a:p>
            <a:r>
              <a:t>• Third bullet: approval is a CONVERSATION — they will probe, you will respond. Expect questions; they</a:t>
            </a:r>
          </a:p>
          <a:p>
            <a:r>
              <a:t>are the point, not an interruption.</a:t>
            </a:r>
          </a:p>
          <a:p>
            <a:r>
              <a:t>Misconception to pre-empt: "a walkthrough is reading the document aloud." No — it's a curated pitch of</a:t>
            </a:r>
          </a:p>
          <a:p>
            <a:r>
              <a:t>the key decisions; reading every line loses the room and hides the decisions under detail.</a:t>
            </a:r>
          </a:p>
          <a:p>
            <a:r>
              <a:t>Question to pose: "You have 15 minutes with the approvers and a 30-page design — what do you actually</a:t>
            </a:r>
          </a:p>
          <a:p>
            <a:r>
              <a:t>talk about?" (the decisions and their rationale, not the whole document).</a:t>
            </a:r>
          </a:p>
          <a:p>
            <a:r>
              <a:t>UoC/AT1 tie: ICTCLD501 PC 5.1 (conduct the walkthrough with required personnel) → AT1 Part C (C1/C6).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two live skills of the walkthrough: presenting your choices and handling feedback in</a:t>
            </a:r>
          </a:p>
          <a:p>
            <a:r>
              <a:t>real time.</a:t>
            </a:r>
          </a:p>
          <a:p>
            <a:r>
              <a:t>• First bullet: conduct the VERBAL walkthrough of the Solution Design AND the DR Plan with the required</a:t>
            </a:r>
          </a:p>
          <a:p>
            <a:r>
              <a:t>personnel — both deliverables, one session.</a:t>
            </a:r>
          </a:p>
          <a:p>
            <a:r>
              <a:t>• Second bullet: seek feedback DELIBERATELY, then respond to it — accept it, adjust, or defend with</a:t>
            </a:r>
          </a:p>
          <a:p>
            <a:r>
              <a:t>reasons. All three are valid responses; silence isn't.</a:t>
            </a:r>
          </a:p>
          <a:p>
            <a:r>
              <a:t>• Third bullet: answer contextual Q&amp;A on your OWN choices — this is where the justification you wrote in</a:t>
            </a:r>
          </a:p>
          <a:p>
            <a:r>
              <a:t>C1 pays off. If you justified it, you can defend it.</a:t>
            </a:r>
          </a:p>
          <a:p>
            <a:r>
              <a:t>Misconception to pre-empt: "responding to feedback means agreeing to every change." No — a good</a:t>
            </a:r>
          </a:p>
          <a:p>
            <a:r>
              <a:t>consultant defends a sound choice with reasons and adjusts where the feedback is right; both are</a:t>
            </a:r>
          </a:p>
          <a:p>
            <a:r>
              <a:t>professional. Caving to every comment reads as no conviction.</a:t>
            </a:r>
          </a:p>
          <a:p>
            <a:r>
              <a:t>Question to pose: "An approver says 'why not just use one big server?' — what's your move?" (respond</a:t>
            </a:r>
          </a:p>
          <a:p>
            <a:r>
              <a:t>with the requirement/justification — defend or adjust, don't freeze).</a:t>
            </a:r>
          </a:p>
          <a:p>
            <a:r>
              <a:t>UoC/AT1 tie: ICTCLD501 PC 5.1 + PC 5.2 (conduct walkthrough; seek &amp; respond to feedback) → AT1 Part C</a:t>
            </a:r>
          </a:p>
          <a:p>
            <a:r>
              <a:t>(criteria C1, C2, C5); the Q&amp;A tests the KE behind your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practice; students rehearse the walkthrough of the practice design + DR plan, in</a:t>
            </a:r>
          </a:p>
          <a:p>
            <a:r>
              <a:t>pairs (presenter + approver). Mirrors AT1 Part C.</a:t>
            </a:r>
          </a:p>
          <a:p>
            <a:r>
              <a:t>Tell students, in these words: "For the practice scenario, rehearse the walkthrough of your Solution</a:t>
            </a:r>
          </a:p>
          <a:p>
            <a:r>
              <a:t>Design and DR plan. Present your key choices, seek feedback, and answer questions on your decisions."</a:t>
            </a:r>
          </a:p>
          <a:p>
            <a:r>
              <a:t>Run it as pairs (swap roles):</a:t>
            </a:r>
          </a:p>
          <a:p>
            <a:r>
              <a:t>1. One student presents the design + DR plan to a partner playing the required personnel — decisions,</a:t>
            </a:r>
          </a:p>
          <a:p>
            <a:r>
              <a:t>not every line, ~5 min.</a:t>
            </a:r>
          </a:p>
          <a:p>
            <a:r>
              <a:t>2. The "approver" probes: asks why each major choice, offers one piece of feedback.</a:t>
            </a:r>
          </a:p>
          <a:p>
            <a:r>
              <a:t>3. The presenter responds — accept / adjust / defend with reasons — then swap.</a:t>
            </a:r>
          </a:p>
          <a:p>
            <a:r>
              <a:t>Must produce: each student has presented their choices aloud and fielded at least two probing questions.</a:t>
            </a:r>
          </a:p>
          <a:p>
            <a:r>
              <a:t>Timing: ~25 min (both roles). Where they get stuck: they narrate the document line by line instead of</a:t>
            </a:r>
          </a:p>
          <a:p>
            <a:r>
              <a:t>pitching decisions, and they freeze on pushback — coach them to answer from their C1 justification.</a:t>
            </a:r>
          </a:p>
          <a:p>
            <a:r>
              <a:t>Share-back prompt: ask one pair to replay the toughest question and how the presenter handled it.</a:t>
            </a:r>
          </a:p>
          <a:p>
            <a:r>
              <a:t>No-leakage note: practice scenario only — AT1 Part C assesses the same presentation skill on the LMS</a:t>
            </a:r>
          </a:p>
          <a:p>
            <a:r>
              <a:t>engagement (comparable, not identical).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formal close: lodging per protocol and obtaining sign-off. Teach these as PROCEDURAL</a:t>
            </a:r>
          </a:p>
          <a:p>
            <a:r>
              <a:t>acts with a paper trail, not a handshake.</a:t>
            </a:r>
          </a:p>
          <a:p>
            <a:r>
              <a:t>• First bullet: lodge the DR plan per the organisational AND legislative protocol — the right place, the</a:t>
            </a:r>
          </a:p>
          <a:p>
            <a:r>
              <a:t>right record. Lodgement is where the approved plan is formally stored/registered, not emailed.</a:t>
            </a:r>
          </a:p>
          <a:p>
            <a:r>
              <a:t>• Second bullet: obtain final SIGN-OFF from the required personnel — the formal acceptance that the</a:t>
            </a:r>
          </a:p>
          <a:p>
            <a:r>
              <a:t>design is approved.</a:t>
            </a:r>
          </a:p>
          <a:p>
            <a:r>
              <a:t>• Third bullet (the gate): sign-off is the gate to AT2 — nothing is built until the design is approved.</a:t>
            </a:r>
          </a:p>
          <a:p>
            <a:r>
              <a:t>Callback to the opener.</a:t>
            </a:r>
          </a:p>
          <a:p>
            <a:r>
              <a:t>Misconception to pre-empt: "sign-off is just someone saying yes." No — it's a recorded, formal</a:t>
            </a:r>
          </a:p>
          <a:p>
            <a:r>
              <a:t>acceptance by the required personnel, lodged per protocol; the record is what authorises the build and</a:t>
            </a:r>
          </a:p>
          <a:p>
            <a:r>
              <a:t>what an auditor looks for.</a:t>
            </a:r>
          </a:p>
          <a:p>
            <a:r>
              <a:t>Question to pose: "Why does the DR plan have to be lodged 'per organisational and legislative protocol'</a:t>
            </a:r>
          </a:p>
          <a:p>
            <a:r>
              <a:t>— why not just save it anywhere?" (compliance/retention + it must be findable by the people who'll rely</a:t>
            </a:r>
          </a:p>
          <a:p>
            <a:r>
              <a:t>on it in a real disaster).</a:t>
            </a:r>
          </a:p>
          <a:p>
            <a:r>
              <a:t>UoC/AT1 tie: ICTCLD501 PC 5.3 (lodge per protocol) + PC 5.4 (obtain final sign-off) → AT1 Part C</a:t>
            </a:r>
          </a:p>
          <a:p>
            <a:r>
              <a:t>(criteria C3, C4).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C3 practice; students complete the formal close-out on the practice scenario: lodge</a:t>
            </a:r>
          </a:p>
          <a:p>
            <a:r>
              <a:t>the DR plan and record the sign-off. Short and procedural.</a:t>
            </a:r>
          </a:p>
          <a:p>
            <a:r>
              <a:t>Tell students, in these words: "For the practice scenario, lodge the DR plan per protocol, then obtain</a:t>
            </a:r>
          </a:p>
          <a:p>
            <a:r>
              <a:t>and record the final sign-off."</a:t>
            </a:r>
          </a:p>
          <a:p>
            <a:r>
              <a:t>Steps (put on the board):</a:t>
            </a:r>
          </a:p>
          <a:p>
            <a:r>
              <a:t>1. Identify the correct lodgement location/record per the scenario's organisational + legislative</a:t>
            </a:r>
          </a:p>
          <a:p>
            <a:r>
              <a:t>protocol, and lodge the DR plan there.</a:t>
            </a:r>
          </a:p>
          <a:p>
            <a:r>
              <a:t>2. Obtain final sign-off from the required personnel (role-play the approver).</a:t>
            </a:r>
          </a:p>
          <a:p>
            <a:r>
              <a:t>3. RECORD the sign-off — who, what, when — so there's a trail.</a:t>
            </a:r>
          </a:p>
          <a:p>
            <a:r>
              <a:t>Must produce: the DR plan lodged in the right place + a recorded sign-off entry (approver, date, what</a:t>
            </a:r>
          </a:p>
          <a:p>
            <a:r>
              <a:t>was approved).</a:t>
            </a:r>
          </a:p>
          <a:p>
            <a:r>
              <a:t>Timing: ~15 min. Where they get stuck: they treat sign-off as informal ("she said ok") — insist on a</a:t>
            </a:r>
          </a:p>
          <a:p>
            <a:r>
              <a:t>recorded acceptance; and they're unsure WHERE to lodge — point them at the scenario's protocol.</a:t>
            </a:r>
          </a:p>
          <a:p>
            <a:r>
              <a:t>Share-back prompt: "What exactly did you record as evidence of sign-off, and who could rely on it later?"</a:t>
            </a:r>
          </a:p>
          <a:p>
            <a:r>
              <a:t>No-leakage note: practice scenario — AT1 Part C assesses the same lodgement/sign-off on the LMS</a:t>
            </a:r>
          </a:p>
          <a:p>
            <a:r>
              <a:t>engagement (comparable, not identical).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Documenting &amp; presenting for approval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Assemble and justify the Solution Design, present both deliverables, and get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out AT1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Topics 1–4 produced the design and the DR plan; Topic 5 turns them into approved deliverables.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Two things: document and justify the Solution Design, then present both for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Approval is the gate — AT2 implementation only starts once the design is signed 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No new design and no build here — assemble, present, sign off.</a:t>
            </a:r>
          </a:p>
        </p:txBody>
      </p:sp>
      <p:pic>
        <p:nvPicPr>
          <p:cNvPr id="5" name="Picture 4" descr="gen-ff1b10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Documenting &amp; justifying the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write it down, and say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Documenting to a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Solution Design is a professional document, not notes — complete, consistent, and readable by a non-author.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Write to the YAT template so structure and quality are predictable.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Plain professional English: precise, no jargon for its own sake.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Assemble the Solution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Bring together the web-scale architecture (Topic 1) and the microservice design (Topic 2) into one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section maps to a requirement — a reader can trace design back to need.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Internal consistency: the diagrams, tables and prose agree.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Justify the changes &amp; 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Document and justify the architecture changes (web-scale) and the microservice architecture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Justification = the requirement met, the option chosen, and why over the alternatives.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Unjustified design is an opinion; justified design is defensible under Q&amp;A.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Assemble &amp; justify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assemble the Solution Design in the YAT template.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Document and justify the architecture changes and the microservice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Presenting for approval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walk them through it, and listen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approval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walkthrough presents the design + DR plan to the required personnel for a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Speak to your choices and their rationale — not every line, the decisions that matter.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Approval is a conversation: they will probe, you will respond.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Conduct the walkthrough &amp; handle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Conduct the verbal walkthrough of the Solution Design and DR Plan with the required personnel.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Seek feedback deliberately, and respond to it — accept, adjust, or defend with reasons.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Answer contextual Q&amp;A on your own choices — this is where the justification pays off.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Rehearse the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rehearse the walkthrough of the design + DR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Seek and respond to feedback; answer Q&amp;A on your choices.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Lodgement &amp; sign-off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lodge it, get it signed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Lodge &amp; obtain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Lodge the DR plan per the organisational and legislative protocol — the right place, the right record.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Obtain final sign-off from the required personnel — the formal acceptance.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Sign-off is the gate to AT2: nothing is built until the design is approved.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Lodgement &amp;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lodge the DR plan per protocol.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Obtain and record the final sign-off.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5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Assemble the Solution Design in the YAT template — complete, consistent, professional English.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every change and design choice — the requirement, the option, and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Present the design + DR plan; seek and respond to feedback; answer Q&amp;A on your choices.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Lodge per protocol and obtain sign-off — the gate to AT2 implementation.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6 — AT2 build begins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AT1 is closed out: designed, documented, presented, signed 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switch from design to build — implement the web-scale foundation in the lab.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