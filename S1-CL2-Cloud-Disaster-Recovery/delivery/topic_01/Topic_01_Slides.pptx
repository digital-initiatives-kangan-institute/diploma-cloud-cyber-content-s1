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4" d="100"/>
          <a:sy n="54" d="100"/>
        </p:scale>
        <p:origin x="84" y="111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01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Web-scale architecture design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changes that scale the public website for a global 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design to web-scale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1 opens AT1: you design the changes that ready the public website for the global expansion.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site serves an anonymous, global, read-heavy public audience — design for scale, reach, availability and a hostile public surface.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is the web-scale half of the Solution Design; the microservice half is Topic 2.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only, to the supplied requirements — the build is AT2.</a:t>
            </a:r>
          </a:p>
        </p:txBody>
      </p:sp>
      <p:pic>
        <p:nvPicPr>
          <p:cNvPr id="5" name="Picture 4" descr="gen-24f7e0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937260"/>
            <a:ext cx="4572000" cy="4572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Web-scaling needs &amp; architecture review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to scale, and the gaps to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"web-scale"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Web-scale = serving large, variable, global demand without manual intervention.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Scale elastically: add capacity as load rises, release it as load falls — pay for what you use.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three things that scale: network, compute, storage.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Confirm the scaling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Read the engagement brief and requirements: who uses the site, from where, how much, how variable.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expansion adds a global (India + AU), anonymous, read-heavy audience.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Confirm the non-functionals: availability target, latency expectation, data residency as an input constraint.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current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Review the existing website baseline against the new requirements.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Name the gaps: single-region reach, no edge caching, fixed compute, single-AZ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gaps you name are exactly what the design must close.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Confirm needs &amp; find the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From the supplied requirements for the practice scenario, list the web-scaling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its current architecture and name the gaps the design must close.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Designing the scale-out &amp; global reach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scale by layer, reach the globe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Scaling by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Network: load balancing spreads traffic; edge delivery shortens the path.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Compute: a pool that grows and shrinks on demand (auto scaling), not one fixed server.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Storage: managed, replicated data services that scale reads.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target web-scale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edge (CDN + WAF) absorbs read-heavy global traffic and the public attack surface.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load balancer fronts an auto-scaling app tier spread across Availability Zones.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Managed data tiers (relational + NoSQL) and an in-memory cache scale the reads.</a:t>
            </a:r>
          </a:p>
        </p:txBody>
      </p:sp>
      <p:pic>
        <p:nvPicPr>
          <p:cNvPr id="5" name="Picture 4" descr="web-scale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104" y="1783080"/>
            <a:ext cx="4760031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Designing for a global audience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Serve static and cacheable content from the edge, close to users in India and AU.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Discoverability: DNS and a global entry point route users to the nearest healthy edge.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Web-scaling principles: statelessness, caching, horizontal scale, loose coupling.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scale-out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design the changes that scale network, compute and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global delivery; show how each change meets a named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Availability &amp; security of the public surface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stay up, stay safe — in public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Protecting the public surface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public site is exposed to the open internet: web exploits, bots, and DDoS.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Defend at the edge: a WAF filters malicious requests; the CDN absorbs volumetric load.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Multi-AZ deployment plus health checks keep the service available through failures.</a:t>
            </a:r>
          </a:p>
        </p:txBody>
      </p:sp>
      <p:pic>
        <p:nvPicPr>
          <p:cNvPr id="5" name="Picture 4" descr="gen-f3305c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design against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Re-check the design: does it scale by layer, reach the globe, stay available and secure?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Confirm data residency is respected as an input constraint, not a bolt-on.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Revise where a requirement isn't met — the simplest change that satisfies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Harden &amp;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the availability and security measures to your practice-scenario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the whole design against the requirements; note any revision you make.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Web-scale component choices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choose the right building block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four web-scale choices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Choice</a:t>
                      </a:r>
                    </a:p>
                  </a:txBody>
                  <a:tcPr marL="76200" marR="76200">
                    <a:solidFill>
                      <a:srgbClr val="004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Use when</a:t>
                      </a:r>
                    </a:p>
                  </a:txBody>
                  <a:tcPr marL="76200" marR="76200">
                    <a:solidFill>
                      <a:srgbClr val="004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Trade-off</a:t>
                      </a:r>
                    </a:p>
                  </a:txBody>
                  <a:tcPr marL="76200" marR="76200">
                    <a:solidFill>
                      <a:srgbClr val="004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vs NoSQL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relational + transactional vs flexible, high-scale reads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consistency vs scale/flexibility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Monolith vs microservice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simple and small vs independent scale and deploy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simplicity vs operational complexity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VM / container / serverless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control vs portability vs no-ops scale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management overhead vs flexibility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CDN vs in-memory cache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cache static at the edge vs cache hot data near compute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global static reads vs dynamic hot data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Choose the simplest option that meets the requirement — justify each in the KE appendix.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1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Web-scale = elastic scaling of network, compute and storage to variable global demand.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Confirm needs and review the baseline; the gaps you find are what the design closes.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Scale by layer, deliver at the edge, stay available and protect the public surface.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Justify each component choice against the requirement — the simplest that fits.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2 — the microservice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designed the web-scale architecture; next you design the serverless audit-log microservice.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this design — the microservice plugs into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941</Words>
  <Application>Microsoft Office PowerPoint</Application>
  <PresentationFormat>Widescreen</PresentationFormat>
  <Paragraphs>130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Roboto</vt:lpstr>
      <vt:lpstr>Roboto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Timothy Baird</cp:lastModifiedBy>
  <cp:revision>2</cp:revision>
  <dcterms:created xsi:type="dcterms:W3CDTF">2013-01-27T09:14:16Z</dcterms:created>
  <dcterms:modified xsi:type="dcterms:W3CDTF">2026-06-25T04:14:45Z</dcterms:modified>
  <cp:category/>
</cp:coreProperties>
</file>