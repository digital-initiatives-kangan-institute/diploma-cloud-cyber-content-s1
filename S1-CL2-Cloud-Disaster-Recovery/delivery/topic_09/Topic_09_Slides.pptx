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09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Monitoring &amp; alarms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Make the running microservice observable — a metric and a scaling-relevant alarm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Make it observable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microservice runs (Topic 8); now you make it observable so you can see trouble coming.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is the practical form of the DR plan's detection step (AT1 Topic 4) — the real CloudWatch config.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`teach → demo → practice`: watch a metric + alarm configured and fired, then do it yourself.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Configured in the lab (us-east-1); the metrics and alarms are the same anywhere.</a:t>
            </a:r>
          </a:p>
        </p:txBody>
      </p:sp>
      <p:pic>
        <p:nvPicPr>
          <p:cNvPr id="5" name="Picture 4" descr="gen-eba8bb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Metrics &amp; monitoring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watch the right signals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Cloud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metric is a time-series number the platform emits about a resource.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Monitoring watches the metrics that predict trouble, before users feel it (KE 6).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cannot manage what you do not measure.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to watch on the microservice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Queue depth: the scaling signal for a queue-driven function — a rising backlog means the consumer can't keep up.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Function errors and throttles: the code failing, or the platform limiting concurrency.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Store throttles: the datastore rejecting writes under load.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are the techniques to monitor a serverless service in the cloud.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Scaling alarms &amp; alerts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 threshold that tells someone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Set an alarm to the design spec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Set up a metric and a scaling-relevant alarm to the design specification — a threshold that triggers.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Attach a notification so a person or system is alerted when it fires (the alert method).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Alarm to the spec, not to a guess — the threshold traces to the design's target.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Configure &amp; fire an alarm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Configure a queue-depth (or function-error) alarm with a notification in the lab.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Drive the metric past the threshold; watch it go to ALARM and send the notification, then back to 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Configure &amp; test an alarm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microservice, configure a metric + a scaling-relevant alarm with a notification.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Drive it to ALARM and back; confirm the notification fired.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Topic 9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Metrics are the signals; monitor the ones that predict trouble on a serverless service.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Watch queue depth (scaling signal), function errors/throttles, and store throttles.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Set an alarm to the design spec: a threshold that triggers plus a notification.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Test it — drive the metric past the threshold and confirm the alarm and alert fire.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10 — document &amp; close out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build is complete and observable; next you document it, hand it over and get sign-off.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package Topics 6–9 into the Deployment Report and its KE appendix.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