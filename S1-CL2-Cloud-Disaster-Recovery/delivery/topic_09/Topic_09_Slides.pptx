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tasks 20 to 22, then the written questions Q1 to Q3.</a:t>
            </a:r>
          </a:p>
          <a:p>
            <a:r>
              <a:t>The capture-as-you-go habit from Topic 7 pays off here; thin evidence now is a habit gap surfacing.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audience is a future operator, not the author. Undocumented parameters are traps.</a:t>
            </a:r>
          </a:p>
          <a:p>
            <a:r>
              <a:t>Readable code is not a runbook — the operations need spelling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20. The common miss is describing what the template contains instead of how to operate it.</a:t>
            </a:r>
          </a:p>
          <a:p>
            <a:r>
              <a:t>Update-via-change-set is the procedure students forget to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20.</a:t>
            </a:r>
          </a:p>
          <a:p>
            <a:r>
              <a:t>The swap test works: could a neighbour deploy the stack from the doc alone?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21. Hand-deleting resources a template owns is the closing form of drift.</a:t>
            </a:r>
          </a:p>
          <a:p>
            <a:r>
              <a:t>Confirming the teardown is the half students skip — check the console after, not just the delete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21.</a:t>
            </a:r>
          </a:p>
          <a:p>
            <a:r>
              <a:t>Ask what order they chose and why — the dependency reasoning is the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Workbook task 22, first half. The evidence from the build is the material — the tests, the alarm firing, the docs.</a:t>
            </a:r>
          </a:p>
          <a:p>
            <a:r>
              <a:t>Rehearse saying "the alarm fires on queue depth" without the jargon.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22, second half — same discipline as the AT1 sign-off in Topic 5; call back to it.</a:t>
            </a:r>
          </a:p>
          <a:p>
            <a:r>
              <a:t>Approval with conditions is a normal outcome here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workbook task 22, in pairs, both roles.</a:t>
            </a:r>
          </a:p>
          <a:p>
            <a:r>
              <a:t>The client asks at least one question and gives at least one piece of feedback — the response is the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assessment workbook carries Q1–Q3; the practice workbook carries none — rehearse with the assessment's questions against the practice build.</a:t>
            </a:r>
          </a:p>
          <a:p>
            <a:r>
              <a:t>"How you tested" is answered from their task 15–16 record; "manage over time" from their parameterisation and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assessment Q1–Q3 rehearsed on the practice build.</a:t>
            </a:r>
          </a:p>
          <a:p>
            <a:r>
              <a:t>Push every generic answer back to a concrete artefact of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09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Documenting, teardown &amp; sign-off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User documentation, a clean teardown, the sign-off, and the written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Closing out the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system is built, tested and observable; now it gets documented, taken down, and signed off.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Three tasks and three questions today — the professional wrap on the whole build.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Everything you captured during the build is the material — a closeout can't be reconstructed from memory.</a:t>
            </a:r>
          </a:p>
        </p:txBody>
      </p:sp>
      <p:pic>
        <p:nvPicPr>
          <p:cNvPr id="5" name="Picture 4" descr="gen-b0302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783080"/>
            <a:ext cx="402336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User documentation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someone else can run your stacks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IaC user documentation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User docs let someone who didn't write the template deploy, update and delete it safely.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Include the templates and their parameters — what each does and its allowed values.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Clear, logical structure — a reader follows it without you in the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Document operating the stacks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How to deploy, update through a change set, and delete each stack, with its parameters.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Note where the region is a parameter and what the lab substitution meant.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Procedures, not descriptions — numbered steps a stranger can follow under pressure.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Write the user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20.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Write the user documentation for what you built: deploy, update and delete for each stack, parameters included.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The docs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Written for the operator who inherits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Deploy, update, delete — as procedures, with the parameters.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Taking it down cleanly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nothing left behind, nothing still billing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Remove what you deployed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Tear down through the tooling, not by hand — the stack goes down the way it came up.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Confirm the removal: a delete that leaves orphans keeps costing and blocks a rebuild.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Multiple stacks come down in reverse dependency order — the one nothing depends on goes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Tear it 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21.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Remove everything you deployed using the tooling, in the right order, and confirm nothing is left behind.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teardown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Through the tooling, in reverse dependency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Confirmed gone, not assumed gone.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Confirming the build, and sign-off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walk them through it, get it accepted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Walk the client through the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Walk the client through what you built, how you know it works, and what you're handing over.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Plain language for the audience — the person signing may not be technical.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Seek feedback and respond: adjust, or defend with reasons. Both are professional.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Obtain the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Ask for the decision and record it — the build accepted against the approved design.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Sign-off closes the loop that opened in AT1: designed, approved, built, accepted.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recorded decision is the evidence, conditions and 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Confirm the build and get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Workbook — task 22.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Walk your client through the build in pairs, respond to their feedback, and record the sign-off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The 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Plain language, evidence in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Feedback answered with reasons; the decision recorded.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004488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written questions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your build, in your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questions ask about your own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questions: the standards and standard products your build relies on, how you tested and debugged, and how you'd manage the templates over time.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answer cites your own work — your template, your tests, your fixes, your change sets.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definition with nothing of your build in it answers nothing.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Answer the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 assessment's questions Q1 to Q3, rehearsed from your practice build.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Answer each from what you actually did — the standards you relied on, the testing you ran, the way your templates would be managed.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004488"/>
                </a:solidFill>
                <a:latin typeface="Roboto"/>
              </a:rPr>
              <a:t>Topic 9 ·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Docs for the inheritor; teardown confirmed; sign-off recorded.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written answers cite your own build, every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004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Cluster complete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Designed, planned, presented and approved; then built, proven, documented and signed off.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whole engagement, both sides of the table — that is the cluster.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