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9 as the pivot from "it runs" to "you can SEE it running." Set the mode; don't configure</a:t>
            </a:r>
          </a:p>
          <a:p>
            <a:r>
              <a:t>an alarm yet.</a:t>
            </a:r>
          </a:p>
          <a:p>
            <a:r>
              <a:t>• First bullet: the microservice runs (Topic 8); now make it observable so you can see trouble coming</a:t>
            </a:r>
          </a:p>
          <a:p>
            <a:r>
              <a:t>before users feel it. Observability is a build step, not an afterthought.</a:t>
            </a:r>
          </a:p>
          <a:p>
            <a:r>
              <a:t>• Second bullet (the tie-back): this is the PRACTICAL form of the DR plan's detection step they</a:t>
            </a:r>
          </a:p>
          <a:p>
            <a:r>
              <a:t>designed in AT1 (Topic 4) — the paper "we'll detect failures" becomes real CloudWatch config today.</a:t>
            </a:r>
          </a:p>
          <a:p>
            <a:r>
              <a:t>Point back to that plan.</a:t>
            </a:r>
          </a:p>
          <a:p>
            <a:r>
              <a:t>• Third bullet: the rhythm — `teach → demo → practice`: watch a metric + alarm configured and fired,</a:t>
            </a:r>
          </a:p>
          <a:p>
            <a:r>
              <a:t>then do it themselves.</a:t>
            </a:r>
          </a:p>
          <a:p>
            <a:r>
              <a:t>• Fourth bullet: configured in the lab (us-east-1); the metrics and alarms are the same anywhere — no</a:t>
            </a:r>
          </a:p>
          <a:p>
            <a:r>
              <a:t>substitution caveat beyond the Region.</a:t>
            </a:r>
          </a:p>
          <a:p>
            <a:r>
              <a:t>Misconception to pre-empt: "monitoring is something ops bolts on later." No — the detection step of the</a:t>
            </a:r>
          </a:p>
          <a:p>
            <a:r>
              <a:t>DR plan REQUIRES it; a system you can't observe can't meet its own recovery objectives. It's the build.</a:t>
            </a:r>
          </a:p>
          <a:p>
            <a:r>
              <a:t>Question to pose: "Your AT1 DR plan says failures will be detected — concretely, what has to exist for</a:t>
            </a:r>
          </a:p>
          <a:p>
            <a:r>
              <a:t>that to be true?" (a metric being watched + an alarm that alerts someone; today builds exactly that).</a:t>
            </a:r>
          </a:p>
          <a:p>
            <a:r>
              <a:t>UoC/AT2 tie: opens the monitoring build — ICTCLD503 PC 4.1 + ICTCLD501 KE 6 — evidenced in AT2 §4.5 (D6).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vendor-neutral primer on what a metric IS, before naming the microservice's specific signals. Keep</a:t>
            </a:r>
          </a:p>
          <a:p>
            <a:r>
              <a:t>it foundational.</a:t>
            </a:r>
          </a:p>
          <a:p>
            <a:r>
              <a:t>• First bullet: a metric is a time-series number the platform emits about a resource — a queue length,</a:t>
            </a:r>
          </a:p>
          <a:p>
            <a:r>
              <a:t>an error count, a duration. It's data over time, not a snapshot.</a:t>
            </a:r>
          </a:p>
          <a:p>
            <a:r>
              <a:t>• Second bullet (KE 6): monitoring is watching the metrics that PREDICT trouble, before users feel it.</a:t>
            </a:r>
          </a:p>
          <a:p>
            <a:r>
              <a:t>The art is choosing the few signals that lead the problem, not lag it.</a:t>
            </a:r>
          </a:p>
          <a:p>
            <a:r>
              <a:t>• Third bullet (the motto): you cannot manage what you do not measure. Say it out loud — it's why the</a:t>
            </a:r>
          </a:p>
          <a:p>
            <a:r>
              <a:t>next slide picks specific signals.</a:t>
            </a:r>
          </a:p>
          <a:p>
            <a:r>
              <a:t>Misconception to pre-empt: "monitor everything." No — a wall of dashboards nobody reads is not</a:t>
            </a:r>
          </a:p>
          <a:p>
            <a:r>
              <a:t>monitoring; you pick the leading signals for THIS service. Selection is the skill.</a:t>
            </a:r>
          </a:p>
          <a:p>
            <a:r>
              <a:t>Question to pose: "What makes a metric useful for prevention rather than a post-mortem?" (it moves</a:t>
            </a:r>
          </a:p>
          <a:p>
            <a:r>
              <a:t>BEFORE the failure — a leading signal like a rising queue, not a lagging one like a user complaint).</a:t>
            </a:r>
          </a:p>
          <a:p>
            <a:r>
              <a:t>UoC/AT2 tie: ICTCLD503 PC 4.1 + ICTCLD501 KE 6 — the monitoring foundation evidenced in AT2 §4.5 (D6).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primer concrete — the specific signals that matter on THIS queue-driven serverless</a:t>
            </a:r>
          </a:p>
          <a:p>
            <a:r>
              <a:t>microservice. These are the ones they'll choose from for the alarm.</a:t>
            </a:r>
          </a:p>
          <a:p>
            <a:r>
              <a:t>• Queue depth: the scaling signal for a queue-driven function — a rising backlog means the consumer</a:t>
            </a:r>
          </a:p>
          <a:p>
            <a:r>
              <a:t>(the function) can't keep up with arrivals. This is the headline metric; it predicts overload.</a:t>
            </a:r>
          </a:p>
          <a:p>
            <a:r>
              <a:t>• Function errors and throttles: the code failing (errors) or the platform limiting concurrency</a:t>
            </a:r>
          </a:p>
          <a:p>
            <a:r>
              <a:t>(throttles). Distinguish the two — an error is your bug; a throttle is a capacity limit.</a:t>
            </a:r>
          </a:p>
          <a:p>
            <a:r>
              <a:t>• Store throttles: the datastore rejecting writes under load — the pipeline's far end pushing back.</a:t>
            </a:r>
          </a:p>
          <a:p>
            <a:r>
              <a:t>• Together these are the techniques to monitor a serverless service (KE 6) — pick the leading one.</a:t>
            </a:r>
          </a:p>
          <a:p>
            <a:r>
              <a:t>Misconception to pre-empt: "watch CPU like a server." No — serverless has no server CPU to watch; the</a:t>
            </a:r>
          </a:p>
          <a:p>
            <a:r>
              <a:t>meaningful signals are queue depth, function errors/throttles, store throttles. The metrics differ from a VM.</a:t>
            </a:r>
          </a:p>
          <a:p>
            <a:r>
              <a:t>Question to pose: "Which single metric best tells you the microservice is falling behind under load?"</a:t>
            </a:r>
          </a:p>
          <a:p>
            <a:r>
              <a:t>(queue depth — a growing backlog is the scaling signal; sets up the alarm spec next).</a:t>
            </a:r>
          </a:p>
          <a:p>
            <a:r>
              <a:t>UoC/AT2 tie: ICTCLD503 PC 4.1 (set up metrics) + KE 6 → AT2 §4.5 (D6); queue depth is the natural</a:t>
            </a:r>
          </a:p>
          <a:p>
            <a:r>
              <a:t>scaling-relevant metric to alarm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discipline that the alarm THRESHOLD must trace to the design, not be plucked from the air.</a:t>
            </a:r>
          </a:p>
          <a:p>
            <a:r>
              <a:t>This is where monitoring meets the DR plan's numbers.</a:t>
            </a:r>
          </a:p>
          <a:p>
            <a:r>
              <a:t>• First bullet: set up a metric and a scaling-relevant alarm to the DESIGN SPECIFICATION — a threshold</a:t>
            </a:r>
          </a:p>
          <a:p>
            <a:r>
              <a:t>that triggers when the signal crosses the line.</a:t>
            </a:r>
          </a:p>
          <a:p>
            <a:r>
              <a:t>• Second bullet: attach a NOTIFICATION so a person or system is alerted when it fires — the alert</a:t>
            </a:r>
          </a:p>
          <a:p>
            <a:r>
              <a:t>method (KE 6). An alarm nobody is told about is useless; the notification is half the point.</a:t>
            </a:r>
          </a:p>
          <a:p>
            <a:r>
              <a:t>• Third bullet (the point): alarm to the SPEC, not to a guess — the threshold traces back to the</a:t>
            </a:r>
          </a:p>
          <a:p>
            <a:r>
              <a:t>design's target (e.g. the throughput or RPO/RTO the DR plan committed to). Justify the number.</a:t>
            </a:r>
          </a:p>
          <a:p>
            <a:r>
              <a:t>Misconception to pre-empt: "pick a round number that looks reasonable." No — the threshold must trace</a:t>
            </a:r>
          </a:p>
          <a:p>
            <a:r>
              <a:t>to a design target; "why 100?" should be answerable from the design, not "it felt right."</a:t>
            </a:r>
          </a:p>
          <a:p>
            <a:r>
              <a:t>Question to pose: "Where does your alarm threshold come from — and could you defend the number to the</a:t>
            </a:r>
          </a:p>
          <a:p>
            <a:r>
              <a:t>client?" (from the design spec / DR targets; if you can't defend it, it's a guess).</a:t>
            </a:r>
          </a:p>
          <a:p>
            <a:r>
              <a:t>UoC/AT2 tie: ICTCLD503 PC 4.1 (trigger scaling alarms per design specs) + KE 6 → AT2 §4.5 (D6); the</a:t>
            </a:r>
          </a:p>
          <a:p>
            <a:r>
              <a:t>spec-traceable threshold is exactly what's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— screen it live in the lab; no recorded demo for this). Configure it</a:t>
            </a:r>
          </a:p>
          <a:p>
            <a:r>
              <a:t>AND fire it, then they replicate on the practice microservice.</a:t>
            </a:r>
          </a:p>
          <a:p/>
          <a:p>
            <a:r>
              <a:t>WHAT TO DEMONSTRATE (in the lab):</a:t>
            </a:r>
          </a:p>
          <a:p>
            <a:r>
              <a:t>1. Configure a queue-depth (or function-error) alarm on the running microservice, with a threshold.</a:t>
            </a:r>
          </a:p>
          <a:p>
            <a:r>
              <a:t>2. Attach a notification so an alert is sent when it fires.</a:t>
            </a:r>
          </a:p>
          <a:p>
            <a:r>
              <a:t>3. DRIVE the metric past the threshold (e.g. flood the queue) — watch the alarm go to ALARM and send</a:t>
            </a:r>
          </a:p>
          <a:p>
            <a:r>
              <a:t>the notification.</a:t>
            </a:r>
          </a:p>
          <a:p>
            <a:r>
              <a:t>4. Let it recover — watch it return to OK.</a:t>
            </a:r>
          </a:p>
          <a:p/>
          <a:p>
            <a:r>
              <a:t>WHAT TO EMPHASISE:</a:t>
            </a:r>
          </a:p>
          <a:p>
            <a:r>
              <a:t>• Say WHERE the threshold number comes from (the design spec) as you type it — model spec-traceable,</a:t>
            </a:r>
          </a:p>
          <a:p>
            <a:r>
              <a:t>not guessed.</a:t>
            </a:r>
          </a:p>
          <a:p>
            <a:r>
              <a:t>• Show the full lifecycle: OK → ALARM → notification → back to OK. A configured-but-never-fired alarm</a:t>
            </a:r>
          </a:p>
          <a:p>
            <a:r>
              <a:t>is untested.</a:t>
            </a:r>
          </a:p>
          <a:p>
            <a:r>
              <a:t>• Point out the notification actually arriving — the alert method is the assessed half.</a:t>
            </a:r>
          </a:p>
          <a:p/>
          <a:p>
            <a:r>
              <a:t>PREP: the microservice running (Topic 8 deploy); a way to drive the metric (a burst of events to grow</a:t>
            </a:r>
          </a:p>
          <a:p>
            <a:r>
              <a:t>queue depth); the notification target set up so it visibly fires. ~8–10 min to screen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students configure AND test an alarm on their practice microservice.</a:t>
            </a:r>
          </a:p>
          <a:p>
            <a:r>
              <a:t>Tell students, in these words: "On the practice microservice, configure a metric and a</a:t>
            </a:r>
          </a:p>
          <a:p>
            <a:r>
              <a:t>scaling-relevant alarm with a notification. Then drive it to ALARM and back, and confirm the</a:t>
            </a:r>
          </a:p>
          <a:p>
            <a:r>
              <a:t>notification fired."</a:t>
            </a:r>
          </a:p>
          <a:p>
            <a:r>
              <a:t>Steps (put on the board):</a:t>
            </a:r>
          </a:p>
          <a:p>
            <a:r>
              <a:t>1. Choose a scaling-relevant metric (queue depth is the natural one) and set a threshold traceable to</a:t>
            </a:r>
          </a:p>
          <a:p>
            <a:r>
              <a:t>the design spec.</a:t>
            </a:r>
          </a:p>
          <a:p>
            <a:r>
              <a:t>2. Create the alarm and attach a notification.</a:t>
            </a:r>
          </a:p>
          <a:p>
            <a:r>
              <a:t>3. Drive the metric past the threshold — confirm it goes to ALARM and the notification fires.</a:t>
            </a:r>
          </a:p>
          <a:p>
            <a:r>
              <a:t>4. Let it recover — confirm it returns to OK.</a:t>
            </a:r>
          </a:p>
          <a:p>
            <a:r>
              <a:t>Must produce: a configured metric + alarm with a notification, and evidence it fired (ALARM state +</a:t>
            </a:r>
          </a:p>
          <a:p>
            <a:r>
              <a:t>notification) and recovered — the §4.5 / §6.5 evidence.</a:t>
            </a:r>
          </a:p>
          <a:p>
            <a:r>
              <a:t>Timing: ~25 min. Where they get stuck: configuring the alarm but never firing it (untested), and</a:t>
            </a:r>
          </a:p>
          <a:p>
            <a:r>
              <a:t>picking a threshold they can't justify — push them to trace the number to the spec.</a:t>
            </a:r>
          </a:p>
          <a:p>
            <a:r>
              <a:t>Share-back prompt: ask one student for their threshold and WHY that number (should trace to a design target).</a:t>
            </a:r>
          </a:p>
          <a:p>
            <a:r>
              <a:t>No-leakage note: the practice microservice is comparable-not-identical to the AT2 build; keep them on</a:t>
            </a:r>
          </a:p>
          <a:p>
            <a:r>
              <a:t>the practice service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Monitoring &amp; alarms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Make the running microservice observable — a metric and a scaling-relevant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it 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runs (Topic 8); now you make it observable so you can see trouble coming.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practical form of the DR plan's detection step (AT1 Topic 4) — the real CloudWatch config.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a metric + alarm configured and fired, then do it yourself.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Configured in the lab (us-east-1); the metrics and alarms are the same anywhere.</a:t>
            </a:r>
          </a:p>
        </p:txBody>
      </p:sp>
      <p:pic>
        <p:nvPicPr>
          <p:cNvPr id="5" name="Picture 4" descr="gen-eba8b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Metrics &amp; monitoring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watch the right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time-series number the platform emits about a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watches the metrics that predict trouble, before users feel it (KE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cannot manage what you do not measure.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watch on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Queue depth: the scaling signal for a queue-driven function — a rising backlog means the consumer can't keep 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Function errors and throttles: the code failing, or the platform limiting concurrency.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Store throttles: the datastore rejecting writes under 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techniques to monitor a serverless service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Scaling alarms &amp; alerts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 threshold that tells someone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an alarm to the design spec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up a metric and a scaling-relevant alarm to the design specification — a threshold that triggers.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a notification so a person or system is alerted when it fires (the alert method).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Alarm to the spec, not to a guess — the threshold traces to the design's target.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Configure &amp; fire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 a queue-depth (or function-error) alarm with a notification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the metric past the threshold; watch it go to ALARM and send the notification, then back to 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&amp; test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microservice, configure a metric + a scaling-relevant alarm with a notification.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Drive it to ALARM and back; confirm the notification fired.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Metrics are the signals; monitor the ones that predict trouble on a serverless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Watch queue depth (scaling signal), function errors/throttles, and store throttles.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an alarm to the design spec: a threshold that triggers plus a notification.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it — drive the metric past the threshold and confirm the alarm and alert fire.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document &amp; close out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build is complete and observable; next you document it, hand it over and get sign-off.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package Topics 6–9 into the Deployment Report and its KE appendix.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