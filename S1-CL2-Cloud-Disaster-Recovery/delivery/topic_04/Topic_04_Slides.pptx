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DR: strategy &amp;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Choose a recovery strategy to the objectives and produce the documented DR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3 set the requirements, objectives and risks; Topic 4 turns them into a recovery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evaluate the DR strategies, choose one to the objectives, and write the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plan must map to the prioritised risks and meet the RTO/RPO you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Planning only — recovery is not executed here.</a:t>
            </a:r>
          </a:p>
        </p:txBody>
      </p:sp>
      <p:pic>
        <p:nvPicPr>
          <p:cNvPr id="5" name="Picture 4" descr="gen-58b21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Range of DR solutions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four strategies, one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cloud DR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Backup &amp; restore: cheapest, slowest — restore from backups after an event.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Pilot light: core data live in a second region, minimal standby; scale up on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Warm standby: a scaled-down running copy, ready to take load quickly.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Multi-region active-active: full running copies, near-zero RTO/RPO, highest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Strategy 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Strategy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RTO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RPO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Backup &amp; restore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Pilot light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~10s of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Minutes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Warm standby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Minutes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Seconds–min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Higher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Active-active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Near-zero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Near-zero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Highest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DR techniques for the cloud (KE 3); the right choice is the simplest that meets the objectives.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&amp; choose to the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each strategy against the Topic 3 RTO/RPO and the budget.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Develop a range of solutions, then choose the simplest that meets the requirements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Justify the choice — cheaper is right until it fails an objective.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Evaluate &amp; choose 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evaluate the four strategies against the objectives.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one and justify it against RTO/RPO and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Vendor protections, prioritisation &amp; other components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native protections, priorities, and the rest of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Lean on native protections &amp; prioritise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 the vendor's native protections: automated backups, cross-region copy, durable/immutable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Prioritise the recovery against the risks — restore the highest-severity, business-critical parts first.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Native durability does the heavy lifting; your plan sequences and governs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Insurance &amp; the other plan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Insurance is a complementary risk-transfer control — it covers residual loss, it does not restore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Other components: the runbook, declaration/escalation, communications, and DNS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plan is more than a strategy — it is who does what, in what order, and how people are told.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Continuity standards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ISO/IEC 27031 — ICT readiness for business continuity; 27001/27002 — the security management context.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Standards give the plan a recognised structure and assurance language.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Reference them so the plan is auditable, not ad hoc.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Prioritise &amp; list the other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set the recovery priority against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List the vendor protections leaned on and the other plan components (runbook, escalation, comms, DNS).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disaster recovery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aligned, timed, and provably on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actions to the prioritised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each prioritised risk, state the recovery action that addresses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plan must cover at least the three major risk events from the impact analysis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Alignment is the test: every high-severity risk has an owned recovery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Steps, timelines &amp; meeting RTO/RPO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Outline the recovery steps, their timelines, key features and the service providers involved.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how the sequence meets the RTO/RPO targets — the timing has to add up (PE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Name who executes each step and what "recovered" looks like.</a:t>
            </a:r>
          </a:p>
        </p:txBody>
      </p:sp>
      <p:pic>
        <p:nvPicPr>
          <p:cNvPr id="5" name="Picture 4" descr="dr-runbook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781" y="1783080"/>
            <a:ext cx="158667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Document the DR plan to the business needs, in the YAT template and plain professional English.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Complete, internally consistent, and traceable back to the requirements and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documented plan is the Part B deliverable.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DR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write the recovery plan: aligned actions, steps/timelines/providers, and the RTO/RPO argument.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it as a documented runbook.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Four strategies (backup-restore → active-active) trade RTO/RPO against cost; choose the simplest that fits.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Lean on native protections; prioritise recovery against the risks; insurance transfers residual loss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plan is strategy + runbook + escalation + comms + DNS failover, to a continuity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Align actions to the prioritised risks and show the timing meets RTO/RPO.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5 — document &amp; present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produced the Solution Design (Topics 1–2) and the DR plan (Topics 3–4).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assemble, justify, present and get sign-off — the AT1 close-out.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