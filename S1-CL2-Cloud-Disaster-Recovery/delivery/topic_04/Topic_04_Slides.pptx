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finalisation half — turn Topic 3's analysis into a chosen strategy and a documented plan. Set the three moves and the boundary.</a:t>
            </a:r>
          </a:p>
          <a:p>
            <a:r>
              <a:t>• First bullet: callback — Topic 3 set the requirements, objectives and RISKS; Topic 4 turns them into a PLAN. Today consumes yesterday's output; keep the impact analysis on the desk.</a:t>
            </a:r>
          </a:p>
          <a:p>
            <a:r>
              <a:t>• Second bullet: name the three moves — EVALUATE the DR strategies, CHOOSE one to the objectives, WRITE the plan. In that order.</a:t>
            </a:r>
          </a:p>
          <a:p>
            <a:r>
              <a:t>• Third bullet (accent it): the plan must MAP to the prioritised risks AND meet the RTO/RPO you set — those two Topic-3 outputs are the acceptance test for everything today.</a:t>
            </a:r>
          </a:p>
          <a:p>
            <a:r>
              <a:t>• Hold the boundary (last bullet): PLANNING ONLY — recovery is not executed here. A documented plan is the deliverable, not a failover.</a:t>
            </a:r>
          </a:p>
          <a:p>
            <a:r>
              <a:t>Misconception to pre-empt: "the plan is just picking a DR strategy." No — a plan is strategy PLUS runbook, escalation, comms and DNS failover, aligned to the risks and provably meeting RTO/RPO. The strategy is one part.</a:t>
            </a:r>
          </a:p>
          <a:p>
            <a:r>
              <a:t>Question to pose: "Before you choose a DR strategy, what two Topic-3 numbers must you already have in hand?" (the RTO/RPO objectives and the ranked risks — the strategy is chosen to meet them).</a:t>
            </a:r>
          </a:p>
          <a:p>
            <a:r>
              <a:t>UoC/AT1 tie: this Topic develops [ICTCLD501 PC 3.1]–[ICTCLD501 PC 3.4], [ICTCLD501 PC 4.1]–[ICTCLD501 PC 4.3], [ICTCLD501 PE 1]/[ICTCLD501 PE 3] and [ICTCLD501 KE 3]/[ICTCLD501 KE 4], evidenced in AT1 Part B §5–6 and the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four cloud DR strategies as a SPECTRUM of cost vs speed — the core KE of the Topic. Walk them cheapest/slowest to priciest/fastest; the trade-off table on the next slide reinforces this.</a:t>
            </a:r>
          </a:p>
          <a:p>
            <a:r>
              <a:t>• BACKUP &amp; RESTORE: cheapest, slowest — restore from backups after an event. Nothing runs until you need it; recovery is measured in hours.</a:t>
            </a:r>
          </a:p>
          <a:p>
            <a:r>
              <a:t>• PILOT LIGHT: core DATA live in a second region, minimal standby; scale UP on failover. The data's already there; you spin up compute when disaster strikes.</a:t>
            </a:r>
          </a:p>
          <a:p>
            <a:r>
              <a:t>• WARM STANDBY: a scaled-DOWN running copy, ready to take load quickly. It's already running, just small — faster failover, higher standing cost.</a:t>
            </a:r>
          </a:p>
          <a:p>
            <a:r>
              <a:t>• ACTIVE-ACTIVE: full running copies, NEAR-ZERO RTO/RPO, HIGHEST cost. Both sides live all the time; you pay for a full duplicate.</a:t>
            </a:r>
          </a:p>
          <a:p>
            <a:r>
              <a:t>Misconception to pre-empt: "active-active is the 'best' one." No — the BEST strategy is the SIMPLEST that meets the objectives; active-active is overkill (and overspend) unless the RTO/RPO genuinely demand it.</a:t>
            </a:r>
          </a:p>
          <a:p>
            <a:r>
              <a:t>Question to pose: "As you move down the list, what are you buying, and what are you paying for it?" (faster recovery / less data loss, paid for with rising standing cost and complexity).</a:t>
            </a:r>
          </a:p>
          <a:p>
            <a:r>
              <a:t>UoC/AT1 tie: [ICTCLD501 KE 3] (DR techniques for cloud) + [ICTCLD501 PC 3.1] (develop a range of DR solutions) — AT1 Part B B8 and the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CHOICE discipline — evaluate the four strategies against the Topic-3 objectives and pick deliberately. This is the assessable judgement, not the memorised list.</a:t>
            </a:r>
          </a:p>
          <a:p>
            <a:r>
              <a:t>• First bullet: EVALUATE each strategy against the Topic-3 RTO/RPO and the BUDGET. You're matching a strategy's capability to your specific targets, not ranking them in the abstract.</a:t>
            </a:r>
          </a:p>
          <a:p>
            <a:r>
              <a:t>• Second bullet: DEVELOP A RANGE of solutions, THEN choose the SIMPLEST that meets the requirements (PE 1). Showing the range considered is part of the evidence — don't jump straight to one.</a:t>
            </a:r>
          </a:p>
          <a:p>
            <a:r>
              <a:t>• Third bullet (accent it): JUSTIFY the choice — "cheaper is right UNTIL it fails an objective." Start cheap and step up only when a target forces you to; that's the reasoning assessors look for.</a:t>
            </a:r>
          </a:p>
          <a:p>
            <a:r>
              <a:t>Misconception to pre-empt: "choose the strongest strategy to be safe." No — choosing beyond the objectives is over-engineering and overspend; the mark is for the SIMPLEST strategy that still meets RTO/RPO and budget.</a:t>
            </a:r>
          </a:p>
          <a:p>
            <a:r>
              <a:t>Question to pose: "Backup &amp; restore gives a 4-hour recovery but your RTO is 30 minutes — what's the CHEAPEST strategy that still meets it?" (step up the spectrum only as far as the objective forces — likely pilot light/warm standby).</a:t>
            </a:r>
          </a:p>
          <a:p>
            <a:r>
              <a:t>UoC/AT1 tie: [ICTCLD501 PC 3.1] + [ICTCLD501 PE 1] (develop and evaluate a range, choose one) — AT1 Part B B8; the justification earns the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practice: evaluate the four strategies and choose one for the practice scenario. Rehearses AT1 Part B B8.</a:t>
            </a:r>
          </a:p>
          <a:p>
            <a:r>
              <a:t>Tell students: "For the practice scenario, evaluate all four DR strategies against the RTO/RPO and budget you set in Topic 3 — then choose ONE and justify it. Show the range you considered, not just the winner."</a:t>
            </a:r>
          </a:p>
          <a:p>
            <a:r>
              <a:t>Steps (put on the board):</a:t>
            </a:r>
          </a:p>
          <a:p>
            <a:r>
              <a:t>1. Line up the four strategies against your objectives (use the trade-off table as a lens).</a:t>
            </a:r>
          </a:p>
          <a:p>
            <a:r>
              <a:t>2. Eliminate the ones that miss RTO/RPO or blow the budget — say why each is out.</a:t>
            </a:r>
          </a:p>
          <a:p>
            <a:r>
              <a:t>3. Choose the SIMPLEST survivor and justify it against RTO/RPO and cost.</a:t>
            </a:r>
          </a:p>
          <a:p>
            <a:r>
              <a:t>Must produce: a short evaluation of all four plus a justified choice tied to the objectives.</a:t>
            </a:r>
          </a:p>
          <a:p>
            <a:r>
              <a:t>Timing: ~20 min. Where they get stuck: they jump straight to active-active "to be safe" (push simplest-that-fits), and they choose with no numbers (make them cite their RTO/RPO).</a:t>
            </a:r>
          </a:p>
          <a:p>
            <a:r>
              <a:t>Share-back prompt: "Name your choice and the objective that ruled out the cheaper option below it" — surfaces the step-up reasoning.</a:t>
            </a:r>
          </a:p>
          <a:p>
            <a:r>
              <a:t>No-leakage note: practice scenario only (comparable, not identical); AT1 evidences the same evaluate-and-choose skill on the assessed system — keep them on the practice brief.</a:t>
            </a:r>
          </a:p>
          <a:p>
            <a:r>
              <a:t>UoC/AT1 tie: [ICTCLD501 PC 3.1] · [ICTCLD501 PE 1] · [ICTCLD501 KE 3] — develop a range, evaluate, choose (AT1 Part B B8).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C2 — the rest of a plan beyond the strategy. Teach leaning on NATIVE protections and PRIORITISING recovery against the ranked risks.</a:t>
            </a:r>
          </a:p>
          <a:p>
            <a:r>
              <a:t>• First bullet: use the vendor's NATIVE protections — automated backups, cross-region copy, durable/immutable storage. These are already reliable and cheap; build on them rather than rolling your own.</a:t>
            </a:r>
          </a:p>
          <a:p>
            <a:r>
              <a:t>• Second bullet: PRIORITISE the recovery against the RISKS — restore the highest-severity, business-critical parts FIRST. This is where Topic 3's ranking pays off; recovery order is set by severity, not convenience.</a:t>
            </a:r>
          </a:p>
          <a:p>
            <a:r>
              <a:t>• Third bullet (accent it): native durability does the HEAVY LIFTING; your plan SEQUENCES and GOVERNS it. Your value-add is orchestration and priority, not re-implementing storage durability.</a:t>
            </a:r>
          </a:p>
          <a:p>
            <a:r>
              <a:t>Misconception to pre-empt: "restore everything at once." No — you SEQUENCE recovery by severity/criticality; some systems wait. Priority order, driven by the impact analysis, is the assessable decision.</a:t>
            </a:r>
          </a:p>
          <a:p>
            <a:r>
              <a:t>Question to pose: "In a real recovery you can't bring everything back simultaneously — what decides the order?" (the risk ranking / business criticality from Topic 3 — restore highest-severity, critical systems first).</a:t>
            </a:r>
          </a:p>
          <a:p>
            <a:r>
              <a:t>UoC/AT1 tie: [ICTCLD501 PC 3.2] (prioritise recovery against risks) + [ICTCLD501 PC 3.4] (other DR components) + [ICTCLD501 KE 4] — AT1 Part B 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OTHER plan components — insurance as a complement, plus the operational parts that turn a strategy into a usable plan.</a:t>
            </a:r>
          </a:p>
          <a:p>
            <a:r>
              <a:t>• First bullet: INSURANCE is a COMPLEMENTARY risk-transfer control — it covers RESIDUAL loss, it does NOT restore service. Money back is not uptime; it sits alongside recovery, never replaces it.</a:t>
            </a:r>
          </a:p>
          <a:p>
            <a:r>
              <a:t>• Second bullet: name the OTHER components — the RUNBOOK, DECLARATION/ESCALATION, COMMUNICATIONS, and DNS FAILOVER. Each is a plan ingredient students forget because they fixate on the strategy.</a:t>
            </a:r>
          </a:p>
          <a:p>
            <a:r>
              <a:t>• Third bullet (accent it): a plan is MORE than a strategy — it's WHO does WHAT, in WHAT ORDER, and how PEOPLE are TOLD. The human/process side is as assessed as the technical one.</a:t>
            </a:r>
          </a:p>
          <a:p>
            <a:r>
              <a:t>Misconception to pre-empt: "insurance is an alternative to DR." No — it transfers residual financial risk; it buys none of your RTO back. It's a complementary control, listed alongside the recovery components, not instead of them.</a:t>
            </a:r>
          </a:p>
          <a:p>
            <a:r>
              <a:t>Question to pose: "Your cloud provider fully refunds the outage — are you recovered?" (No — a refund isn't restored service; insurance covers residual loss, recovery restores the system).</a:t>
            </a:r>
          </a:p>
          <a:p>
            <a:r>
              <a:t>UoC/AT1 tie: [ICTCLD501 PC 3.3] (insurance as a complementary control) + [ICTCLD501 PC 3.4] (identify other DR components) — AT1 Part B 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CONTINUITY STANDARDS — the recognised frameworks that give the plan structure and assurance. Vendor-neutral; brief but examinable (KE 4).</a:t>
            </a:r>
          </a:p>
          <a:p>
            <a:r>
              <a:t>• First bullet: ISO/IEC 27031 — ICT READINESS for business continuity (the DR-relevant one); 27001/27002 — the security MANAGEMENT context around it. Know which standard covers what.</a:t>
            </a:r>
          </a:p>
          <a:p>
            <a:r>
              <a:t>• Second bullet: standards give the plan a RECOGNISED STRUCTURE and assurance LANGUAGE — you're not inventing terms; you're speaking a language auditors and clients already trust.</a:t>
            </a:r>
          </a:p>
          <a:p>
            <a:r>
              <a:t>• Third bullet (accent it): REFERENCE them so the plan is AUDITABLE, not ad hoc. Citing the standard is what lets an external party assure the plan.</a:t>
            </a:r>
          </a:p>
          <a:p>
            <a:r>
              <a:t>Misconception to pre-empt: "we have to fully implement ISO 27031." No — at this level you REFERENCE the relevant standards to structure and justify the plan; certification is a separate organisational undertaking.</a:t>
            </a:r>
          </a:p>
          <a:p>
            <a:r>
              <a:t>Question to pose: "Which of these standards is the one specifically about ICT readiness for continuity?" (27031 — 27001/27002 are the broader security-management context).</a:t>
            </a:r>
          </a:p>
          <a:p>
            <a:r>
              <a:t>UoC/AT1 tie: [ICTCLD501 KE 4] (ISO/IEC 27001/27002/27031) — AT1 Part B KE appendix (B15).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practice: set the recovery PRIORITY and list the plan's other components for the practice scenario. Rehearses AT1 Part B B11.</a:t>
            </a:r>
          </a:p>
          <a:p>
            <a:r>
              <a:t>Tell students: "For the practice scenario, set the recovery PRIORITY order against your ranked risks — then list the vendor native protections you'll lean on and the other plan components: runbook, escalation, comms, DNS failover."</a:t>
            </a:r>
          </a:p>
          <a:p>
            <a:r>
              <a:t>Steps (put on the board):</a:t>
            </a:r>
          </a:p>
          <a:p>
            <a:r>
              <a:t>1. Order the recovery by severity/criticality — what comes back first, second, third, and why.</a:t>
            </a:r>
          </a:p>
          <a:p>
            <a:r>
              <a:t>2. List the native protections you'll build on (backups, cross-region copy, durable storage).</a:t>
            </a:r>
          </a:p>
          <a:p>
            <a:r>
              <a:t>3. List the other components: runbook, declaration/escalation, communications, DNS failover — note insurance if relevant as a residual-loss control.</a:t>
            </a:r>
          </a:p>
          <a:p>
            <a:r>
              <a:t>Must produce: a prioritised recovery order plus a components checklist (native protections + operational components).</a:t>
            </a:r>
          </a:p>
          <a:p>
            <a:r>
              <a:t>Timing: ~20 min. Where they get stuck: they try to recover everything at once (force a priority order tied to the risk ranking), and they list only technical parts (prompt "who declares the disaster? how are people told?").</a:t>
            </a:r>
          </a:p>
          <a:p>
            <a:r>
              <a:t>Share-back prompt: "What recovers first, and which risk ranking put it there?" — ties priority back to Topic 3.</a:t>
            </a:r>
          </a:p>
          <a:p>
            <a:r>
              <a:t>No-leakage note: practice scenario only (comparable, not identical); AT1 evidences the same prioritise-and-components skill on the assessed system — keep them on the practice brief.</a:t>
            </a:r>
          </a:p>
          <a:p>
            <a:r>
              <a:t>UoC/AT1 tie: [ICTCLD501 PC 3.2] · [ICTCLD501 PC 3.3] · [ICTCLD501 PC 3.4] · [ICTCLD501 KE 4] — prioritisation + the other plan components (AT1 Part B B11).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C3 — assembling the actual plan. Teach ALIGNMENT: every prioritised risk maps to a recovery action. This is the plan's core integrity test.</a:t>
            </a:r>
          </a:p>
          <a:p>
            <a:r>
              <a:t>• First bullet: for EACH prioritised risk, state the recovery ACTION that addresses it — a one-to-one mapping from risk to response, no risk left unanswered.</a:t>
            </a:r>
          </a:p>
          <a:p>
            <a:r>
              <a:t>• Second bullet: the plan must cover at least the THREE major risk events from the impact analysis (PE 1) — the same three from Topic 3; the analysis and the plan must line up.</a:t>
            </a:r>
          </a:p>
          <a:p>
            <a:r>
              <a:t>• Third bullet (accent it): ALIGNMENT is the test — every high-severity risk has an OWNED recovery action. "Owned" means a named responsible party, not just an action floating in the plan.</a:t>
            </a:r>
          </a:p>
          <a:p>
            <a:r>
              <a:t>Misconception to pre-empt: "the plan is a general recovery procedure." No — it must trace RISK → ACTION for each prioritised risk; a generic procedure that doesn't map to the specific analysed risks fails alignment.</a:t>
            </a:r>
          </a:p>
          <a:p>
            <a:r>
              <a:t>Question to pose: "You have five ranked risks and a plan with four actions — what does that gap tell you?" (a high-severity risk has no owned recovery action — the plan isn't aligned yet).</a:t>
            </a:r>
          </a:p>
          <a:p>
            <a:r>
              <a:t>UoC/AT1 tie: [ICTCLD501 PC 4.1] (align DR actions to risks per requirements) + [ICTCLD501 PE 1] (plan covers ≥3 major risk events) — AT1 Part B B12.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keystone C3 slide — the runbook: ordered steps with timings that provably meet RTO/RPO. Use the runbook-flow diagram to walk the sequence and add up the time live.</a:t>
            </a:r>
          </a:p>
          <a:p>
            <a:r>
              <a:t>• First bullet: outline the recovery STEPS, their TIMELINES, key FEATURES and the SERVICE PROVIDERS involved — a runbook is specific and sequenced, not a paragraph of intent.</a:t>
            </a:r>
          </a:p>
          <a:p>
            <a:r>
              <a:t>• Second bullet (accent it): SHOW how the sequence MEETS the RTO/RPO targets — the timing has to ADD UP (PE 3). Sum the step timings and compare to the RTO; if the total exceeds it, the plan fails and must be revised.</a:t>
            </a:r>
          </a:p>
          <a:p>
            <a:r>
              <a:t>• Third bullet: NAME who executes each step and what "RECOVERED" looks like — a definition of done, and an owner per step. No anonymous actions.</a:t>
            </a:r>
          </a:p>
          <a:p>
            <a:r>
              <a:t>• On the diagram: trace detect → declare → recover-in-priority-order → verify, and point at where the RTO clock starts and stops.</a:t>
            </a:r>
          </a:p>
          <a:p>
            <a:r>
              <a:t>Misconception to pre-empt: "if I list the right steps, RTO is met." No — you must ARITHMETICALLY show the timeline adds up to within RTO/RPO; PE 3 is explicitly about DOCUMENTING how the targets are reached, not just naming steps.</a:t>
            </a:r>
          </a:p>
          <a:p>
            <a:r>
              <a:t>Question to pose: "Your steps total 90 minutes but the RTO is 60 — what has to change?" (re-sequence, parallelise, or step up the DR strategy; the timing must fit the target).</a:t>
            </a:r>
          </a:p>
          <a:p>
            <a:r>
              <a:t>UoC/AT1 tie: [ICTCLD501 PC 4.2] (steps, timelines, features, providers) + [ICTCLD501 PE 3] (document how the plan reaches RTO/RPO) — AT1 Part B B13; this runbook is the PE 3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DOCUMENTATION step — turning the aligned actions and runbook into the finished, professional DR plan. This is the Part B deliverable itself.</a:t>
            </a:r>
          </a:p>
          <a:p>
            <a:r>
              <a:t>• First bullet: DOCUMENT the plan to the BUSINESS NEEDS, in the YAT TEMPLATE and PLAIN professional English — a client-ready document, written for the business, not a pile of engineer's notes.</a:t>
            </a:r>
          </a:p>
          <a:p>
            <a:r>
              <a:t>• Second bullet: COMPLETE, internally CONSISTENT, and TRACEABLE back to the requirements and risks — the reader can follow any action back to the risk and requirement that drove it.</a:t>
            </a:r>
          </a:p>
          <a:p>
            <a:r>
              <a:t>• Third bullet (accent it): this documented plan IS the Part B deliverable — everything in Topics 3–4 exists to produce this artefact.</a:t>
            </a:r>
          </a:p>
          <a:p>
            <a:r>
              <a:t>Misconception to pre-empt: "documenting is a formatting pass at the end." No — documenting to business needs, to the template, and traceably is an assessed criterion (PC 4.3); it's the deliverable, not decoration.</a:t>
            </a:r>
          </a:p>
          <a:p>
            <a:r>
              <a:t>Question to pose: "A marker reads your plan cold — what makes it traceable back to the risks and requirements?" (every recovery action references the prioritised risk and the objective it serves — no orphan actions).</a:t>
            </a:r>
          </a:p>
          <a:p>
            <a:r>
              <a:t>UoC/AT1 tie: [ICTCLD501 PC 4.3] (document the DR plan to business needs) — AT1 Part B B14; the documented plan is the Part B §6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biggest activity in the Topic: students write the full DR plan for the practice scenario. The capstone AT1 Part B §6 rehearsal, building on everything from Topics 3–4.</a:t>
            </a:r>
          </a:p>
          <a:p>
            <a:r>
              <a:t>Tell students: "For the practice scenario, write the recovery plan — align an owned action to each prioritised risk, lay out the steps with timelines and providers, and MAKE THE ARITHMETIC show the sequence meets your RTO/RPO. Produce it as a documented runbook."</a:t>
            </a:r>
          </a:p>
          <a:p>
            <a:r>
              <a:t>Steps (put on the board):</a:t>
            </a:r>
          </a:p>
          <a:p>
            <a:r>
              <a:t>1. Map each prioritised risk to an owned recovery action (cover at least your three major risks).</a:t>
            </a:r>
          </a:p>
          <a:p>
            <a:r>
              <a:t>2. Sequence the steps with timelines and the service providers involved.</a:t>
            </a:r>
          </a:p>
          <a:p>
            <a:r>
              <a:t>3. Add up the timings and show they meet RTO/RPO — revise the sequence if they don't.</a:t>
            </a:r>
          </a:p>
          <a:p>
            <a:r>
              <a:t>4. Document it to business needs, in plain professional English (the YAT template shape).</a:t>
            </a:r>
          </a:p>
          <a:p>
            <a:r>
              <a:t>Must produce: a documented runbook — aligned actions, sequenced steps with timings, an explicit RTO/RPO argument.</a:t>
            </a:r>
          </a:p>
          <a:p>
            <a:r>
              <a:t>Timing: ~30 min. Where they get stuck: they write steps but never prove the timing meets RTO (make them add it up — PE 3), and they leave actions unowned (every step needs a "who").</a:t>
            </a:r>
          </a:p>
          <a:p>
            <a:r>
              <a:t>Share-back prompt: "Walk one risk from the register through to its recovery action and show the clock fits RTO" — surfaces alignment AND timing.</a:t>
            </a:r>
          </a:p>
          <a:p>
            <a:r>
              <a:t>No-leakage note: practice scenario only (comparable, not identical); AT1 evidences the same plan-writing skill on the assessed system — keep them on the practice brief.</a:t>
            </a:r>
          </a:p>
          <a:p>
            <a:r>
              <a:t>UoC/AT1 tie: [ICTCLD501 PC 4.1] · [ICTCLD501 PC 4.2] · [ICTCLD501 PC 4.3] · [ICTCLD501 PE 1] · [ICTCLD501 PE 3] — the full plan-writing core of AT1 Part B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DR: strategy &amp; plan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Choose a recovery strategy to the objectives and produce the documented DR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a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3 set the requirements, objectives and risks; Topic 4 turns them into a recovery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evaluate the DR strategies, choose one to the objectives, and write the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plan must map to the prioritised risks and meet the RTO/RPO you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Planning only — recovery is not executed here.</a:t>
            </a:r>
          </a:p>
        </p:txBody>
      </p:sp>
      <p:pic>
        <p:nvPicPr>
          <p:cNvPr id="5" name="Picture 4" descr="gen-58b21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Range of DR solutions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four strategies, one choice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cloud DR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Backup &amp; restore: cheapest, slowest — restore from backups after an event.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Pilot light: core data live in a second region, minimal standby; scale up on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Warm standby: a scaled-down running copy, ready to take load quickly.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Multi-region active-active: full running copies, near-zero RTO/RPO, highest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Strategy trade-offs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Strategy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RTO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RPO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Backup &amp; restore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Pilot light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~10s of min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Minutes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Warm standby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Minutes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Seconds–min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Higher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Active-active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Near-zero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Near-zero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Highest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DR techniques for the cloud (KE 3); the right choice is the simplest that meets the objectives.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&amp; choose to the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each strategy against the Topic 3 RTO/RPO and the budget.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Develop a range of solutions, then choose the simplest that meets the requirements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Justify the choice — cheaper is right until it fails an objective.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Evaluate &amp; choose 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evaluate the four strategies against the objectives.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Choose one and justify it against RTO/RPO and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Vendor protections, prioritisation &amp; other components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native protections, priorities, and the rest of the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Lean on native protections &amp; prioritise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the vendor's native protections: automated backups, cross-region copy, durable/immutable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Prioritise the recovery against the risks — restore the highest-severity, business-critical parts first.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Native durability does the heavy lifting; your plan sequences and governs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Insurance &amp; the other plan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Insurance is a complementary risk-transfer control — it covers residual loss, it does not restore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Other components: the runbook, declaration/escalation, communications, and DNS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plan is more than a strategy — it is who does what, in what order, and how people are told.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Continuity standards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ISO/IEC 27031 — ICT readiness for business continuity; 27001/27002 — the security management context.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Standards give the plan a recognised structure and assurance language.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Reference them so the plan is auditable, not ad hoc.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Prioritise &amp; list the other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set the recovery priority against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List the vendor protections leaned on and the other plan components (runbook, escalation, comms, DNS).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disaster recovery plan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aligned, timed, and provably on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Align actions to the prioritised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 prioritised risk, state the recovery action that addresses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plan must cover at least the three major risk events from the impact analysis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is the test: every high-severity risk has an owned recovery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Steps, timelines &amp; meeting RTO/RPO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Outline the recovery steps, their timelines, key features and the service providers involved.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how the sequence meets the RTO/RPO targets — the timing has to add up (PE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Name who executes each step and what "recovered" looks like.</a:t>
            </a:r>
          </a:p>
        </p:txBody>
      </p:sp>
      <p:pic>
        <p:nvPicPr>
          <p:cNvPr id="5" name="Picture 4" descr="dr-runbook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781" y="1783080"/>
            <a:ext cx="158667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the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the DR plan to the business needs, in the YAT template and plain professional English.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Complete, internally consistent, and traceable back to the requirements and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documented plan is the Part B deliverable.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DR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write the recovery plan: aligned actions, steps/timelines/providers, and the RTO/RPO argument.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it as a documented runbook.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Four strategies (backup-restore → active-active) trade RTO/RPO against cost; choose the simplest that fits.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Lean on native protections; prioritise recovery against the risks; insurance transfers residual loss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plan is strategy + runbook + escalation + comms + DNS failover, to a continuity standard.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Align actions to the prioritised risks and show the timing meets RTO/RPO.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5 — document &amp; present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produced the Solution Design (Topics 1–2) and the DR plan (Topics 3–4).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assemble, justify, present and get sign-off — the AT1 close-out.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