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 i="0">
                <a:solidFill>
                  <a:srgbClr val="FBB900"/>
                </a:solidFill>
                <a:latin typeface="Roboto"/>
              </a:rPr>
              <a:t>TOPIC 03</a:t>
            </a:r>
          </a:p>
          <a:p>
            <a:pPr>
              <a:spcBef>
                <a:spcPts val="800"/>
              </a:spcBef>
            </a:pPr>
            <a:r>
              <a:rPr sz="4600" b="1" i="0">
                <a:solidFill>
                  <a:srgbClr val="FFFFFF"/>
                </a:solidFill>
                <a:latin typeface="Roboto"/>
              </a:rPr>
              <a:t>DR: requirements &amp; impact analysis</a:t>
            </a:r>
          </a:p>
          <a:p>
            <a:pPr>
              <a:spcBef>
                <a:spcPts val="1200"/>
              </a:spcBef>
            </a:pPr>
            <a:r>
              <a:rPr sz="2200" b="0" i="1">
                <a:solidFill>
                  <a:srgbClr val="D1D1D1"/>
                </a:solidFill>
                <a:latin typeface="Roboto Light"/>
              </a:rPr>
              <a:t>Establish what recovery must achieve, then analyse the risks and their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Roboto"/>
              </a:rPr>
              <a:t>Kangan </a:t>
            </a:r>
            <a:r>
              <a:rPr sz="1600" b="1" i="0">
                <a:solidFill>
                  <a:srgbClr val="EDAB0C"/>
                </a:solidFill>
                <a:latin typeface="Roboto"/>
              </a:rPr>
              <a:t>Institute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From design to disaster recovery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Topics 1–2 designed the system; Topic 3 asks what happens when part of it fails.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This is the front half of the DR plan: the requirements and the impact analysis.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You establish what recovery must achieve, then analyse the risks that threaten it.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Analysis only — the strategy and the written plan are Topic 4.</a:t>
            </a:r>
          </a:p>
        </p:txBody>
      </p:sp>
      <p:pic>
        <p:nvPicPr>
          <p:cNvPr id="5" name="Picture 4" descr="gen-cafb4c1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783080"/>
            <a:ext cx="4023360" cy="40233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92268F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Plan requirements &amp; current recovery position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what must recover, and what's already in place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What a DR plan is for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A DR plan restores service after a disruptive event, to agreed targets.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It is driven by business needs — what the organisation can and cannot tolerate losing.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Start by writing down the requirements, not by picking a technology.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Identify the DR requirements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Read the engagement brief: which systems are business-critical, and to whom.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Requirements come from the business — enrolment front-door uptime, financial-record integrity, residency.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State each requirement so it can later be tested against a proposed plan.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Current recovery position &amp; vendor provisions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Determine the existing organisational recovery arrangements — what's already in place, and its gaps.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Identify the cloud vendor's DR provisions and SLAs: what the provider guarantees vs what you must add.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The plan builds on the vendor's native durability, it doesn't reinvent 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Gather requirements &amp; current position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For the practice scenario, list the DR plan requirements from the business needs.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Record the current recovery arrangements and the relevant vendor DR provisions/SLAs.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7B5CE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Recovery objectives &amp; data managed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how fast, how recent, how much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RTO &amp; RPO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RTO (Recovery Time Objective): how long you can be down before it hurts too much.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RPO (Recovery Point Objective): how much recent data you can afford to lose.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They are business decisions expressed as time; every DR choice traces back to them.</a:t>
            </a:r>
          </a:p>
        </p:txBody>
      </p:sp>
      <p:pic>
        <p:nvPicPr>
          <p:cNvPr id="5" name="Picture 4" descr="rto-rpo-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3337560"/>
            <a:ext cx="5120640" cy="9144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Set the objectives to business needs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Derive RTO/RPO from the requirements — the front door tolerates little downtime; financial records tolerate little data loss.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Explain each: what business consequence the target avoids.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Tighter targets cost more — set them to the need, not to the maximum.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Estimate the data managed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Estimate the amount of data the plan must protect and recover.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Classify its security level — personal, financial, operational — which drives handling and residency.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The volume and sensitivity shape both RPO and the recovery method.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Determine RTO/RPO &amp; data managed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For the practice scenario, determine and explain RTO and RPO to the business needs.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Estimate the amount and security level of the data managed.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05F61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Risk &amp; impact analysis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likelihood times impact equals severity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cloud risk environment &amp; analysis method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The cloud risk environment: region/AZ outages, misconfiguration, dependency failure, human error, malicious action.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A data-analysis methodology turns those into a comparable picture — likelihood and impact scored consistently.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Risk analysis is systematic, not a guess: same scale for every event.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Assess the major risk events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Assess at least three major risk events: for each, its likelihood and its impact.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Severity = likelihood x impact; rank the events so the plan can prioritise.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Record plan exclusions — the risks the plan deliberately does not cover, and why.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Evaluate impact &amp; document outcomes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Evaluate the severity of impact and disruption of each event on the business.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Document the impact-analysis outcomes per organisational policies and procedures.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The documented analysis is the input the Topic 4 recovery plan is built from.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Risk &amp; impact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For the practice scenario, assess at least three major risk events (likelihood, impact, severity) and note exclusions.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Document the impact-analysis outcomes.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~30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Risk register — worked shape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58368" y="1828800"/>
          <a:ext cx="10881360" cy="1828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20340"/>
                <a:gridCol w="2720340"/>
                <a:gridCol w="2720340"/>
                <a:gridCol w="272034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Roboto"/>
                        </a:rPr>
                        <a:t>Risk event</a:t>
                      </a:r>
                    </a:p>
                  </a:txBody>
                  <a:tcPr marL="76200" marR="76200">
                    <a:solidFill>
                      <a:srgbClr val="205F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Roboto"/>
                        </a:rPr>
                        <a:t>Likelihood</a:t>
                      </a:r>
                    </a:p>
                  </a:txBody>
                  <a:tcPr marL="76200" marR="76200">
                    <a:solidFill>
                      <a:srgbClr val="205F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Roboto"/>
                        </a:rPr>
                        <a:t>Impact</a:t>
                      </a:r>
                    </a:p>
                  </a:txBody>
                  <a:tcPr marL="76200" marR="76200">
                    <a:solidFill>
                      <a:srgbClr val="205F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Roboto"/>
                        </a:rPr>
                        <a:t>Severity</a:t>
                      </a:r>
                    </a:p>
                  </a:txBody>
                  <a:tcPr marL="76200" marR="76200">
                    <a:solidFill>
                      <a:srgbClr val="205F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AZ outage in the primary region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Low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High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High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Data corruption / bad deploy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Medium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High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High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Accidental deletion (human error)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Medium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Medium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Medium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58368" y="594360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1">
                <a:solidFill>
                  <a:srgbClr val="484848"/>
                </a:solidFill>
                <a:latin typeface="Roboto Light"/>
              </a:rPr>
              <a:t>Score every event on the same scale; severity ranks the recovery priority.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05F61"/>
                </a:solidFill>
                <a:latin typeface="Roboto"/>
              </a:rPr>
              <a:t>Topic 3 · Key takeaways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DR requirements come from business needs; the plan is tested against them.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RTO/RPO express how fast and how recent recovery must be — set to the need.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Assess at least three risks by likelihood x impact = severity; record exclusions.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Document the impact analysis — it is the input to the Topic 4 plan.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515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Roboto"/>
              </a:rPr>
              <a:t>Next: Topic 4 — strategy &amp; plan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You've set the requirements, objectives and impact analysis — the front half of the DR lifecycle.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Next you choose a recovery strategy and write the documented DR plan.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