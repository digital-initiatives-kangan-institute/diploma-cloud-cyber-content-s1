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DR: requirements &amp; impact analysis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Establish what recovery must achieve, then analyse the risks and their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disaster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1–2 designed the system; Topic 3 asks what happens when part of it fails.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front half of the DR plan: the requirements and the impact analysis.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establish what recovery must achieve, then analyse the risks that threaten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Analysis only — the strategy and the written plan are Topic 4.</a:t>
            </a:r>
          </a:p>
        </p:txBody>
      </p:sp>
      <p:pic>
        <p:nvPicPr>
          <p:cNvPr id="5" name="Picture 4" descr="gen-cafb4c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Plan requirements &amp; current recovery position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must recover, and what's already in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DR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DR plan restores service after a disruptive event, to agreed targets.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driven by business needs — what the organisation can and cannot tolerate losing.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writing down the requirements, not by picking a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DR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engagement brief: which systems are business-critical, and to whom.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Requirements come from the business — enrolment front-door uptime, financial-record integrity,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each requirement so it can later be tested against a proposed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recovery position &amp; vendor provisions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Determine the existing organisational recovery arrangements — what's already in place, and its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the cloud vendor's DR provisions and SLAs: what the provider guarantees vs what you must add.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plan builds on the vendor's native durability, it doesn't reinvent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Gather requirements &amp; current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list the DR plan requirements from the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Record the current recovery arrangements and the relevant vendor DR provisions/SLAs.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Recovery objectives &amp; data managed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fast, how recent,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RTO &amp; 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RTO (Recovery Time Objective): how long you can be down before it hurts too much.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RPO (Recovery Point Objective): how much recent data you can afford to lose.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They are business decisions expressed as time; every DR choice traces back to them.</a:t>
            </a:r>
          </a:p>
        </p:txBody>
      </p:sp>
      <p:pic>
        <p:nvPicPr>
          <p:cNvPr id="5" name="Picture 4" descr="rto-rpo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37560"/>
            <a:ext cx="5120640" cy="914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the objectives to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Derive RTO/RPO from the requirements — the front door tolerates little downtime; financial records tolerate little data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Explain each: what business consequence the target avoids.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Tighter targets cost more — set them to the need, not to the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data managed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Estimate the amount of data the plan must protect and recover.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Classify its security level — personal, financial, operational — which drives handling and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volume and sensitivity shape both RPO and the recovery method.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Determine RTO/RPO &amp; data managed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determine and explain RTO and RPO to the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Estimate the amount and security level of the data managed.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likelihood times impact equals severity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risk environment &amp; analysis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cloud risk environment: region/AZ outages, misconfiguration, dependency failure, human error, malicious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data-analysis methodology turns those into a comparable picture — likelihood and impact scored consistently.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analysis is systematic, not a guess: same scale for every event.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major risk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Assess at least three major risk events: for each, its likelihood and its impact.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Severity = likelihood x impact; rank the events so the plan can prioritise.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plan exclusions — the risks the plan deliberately does not cover, and why.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impact &amp; document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the severity of impact and disruption of each event on the business.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the impact-analysis outcomes per organisational policies and procedures.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documented analysis is the input the Topic 4 recovery plan is built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Risk &amp; impact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assess at least three major risk events (likelihood, impact, severity) and note exclusions.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the impact-analysis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Risk register — worked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Risk event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Likelihood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Impact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Severity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AZ outage in the primary region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Data corruption / bad deploy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Accidental deletion (human error)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Score every event on the same scale; severity ranks the recovery priority.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 requirements come from business needs; the plan is tested against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RTO/RPO express how fast and how recent recovery must be — set to the need.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at least three risks by likelihood x impact = severity; record exclusions.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impact analysis — it is the input to the Topic 4 plan.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strategy &amp; plan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requirements, objectives and impact analysis — the front half of the DR lifecycle.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choose a recovery strategy and write the documented DR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