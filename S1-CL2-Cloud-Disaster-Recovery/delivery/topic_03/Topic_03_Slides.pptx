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from designing the system to protecting it — today runs workbook tasks 20 to 27 in order.</a:t>
            </a:r>
          </a:p>
          <a:p>
            <a:r>
              <a:t>Misconception: DR starts with backups. It starts with business requirements; technology comes in Topic 4.</a:t>
            </a:r>
          </a:p>
          <a:p>
            <a:r>
              <a:t>You can't analyse risk against targets you haven't set — that's why the order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Requirements-first is the discipline of the whole Topic. "Agreed" matters — recovery is measured against signed-off targets, not best effort.</a:t>
            </a:r>
          </a:p>
          <a:p>
            <a:r>
              <a:t>Question to pose: two systems go down — why can one wait a day and the other can't? (business tolerance, not technology).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20's skill. A requirement you can't test is a wish — "highly available" fails, a stated target passes.</a:t>
            </a:r>
          </a:p>
          <a:p>
            <a:r>
              <a:t>Criticality is relative to a stakeholder; have them name both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Tasks 21 and 22 — you design DR against a baseline, not a blank page.</a:t>
            </a:r>
          </a:p>
          <a:p>
            <a:r>
              <a:t>Question to pose: the managed database already keeps backups — what's left for your plan to add? (orchestration, priorities, the gaps the SLA leaves).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20–22.</a:t>
            </a:r>
          </a:p>
          <a:p>
            <a:r>
              <a:t>The common misses: untestable requirements, and skipping the vendor SLAs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numbers everything downstream hangs off. Test the distinction with an example — "back in ten minutes but missing the last hour" is a good RTO and a poor RPO.</a:t>
            </a:r>
          </a:p>
          <a:p>
            <a:r>
              <a:t>Tighter targets cost more; the trade-off is the teaching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23. The traceability is the mark: objective beside the business need that set it.</a:t>
            </a:r>
          </a:p>
          <a:p>
            <a:r>
              <a:t>Push back on round numbers with no source — "why one hour and not four?"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24 — the data inventory. Volume and growth turn an abstract plan into a sized one.</a:t>
            </a:r>
          </a:p>
          <a:p>
            <a:r>
              <a:t>The "what state is it in" column surfaces the unprotected data — that's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23–24.</a:t>
            </a:r>
          </a:p>
          <a:p>
            <a:r>
              <a:t>Insist every objective cites the business need that set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examinable pair: what's distinctive about cloud risk, and the method used to rate it — both come back as knowledge questions.</a:t>
            </a:r>
          </a:p>
          <a:p>
            <a:r>
              <a:t>The method matters more than the ratings; a defensible ranking beats a "right"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25 — the register itself. The rank ordering is the output that drives everything in Topic 4.</a:t>
            </a:r>
          </a:p>
          <a:p>
            <a:r>
              <a:t>Watch for all-high ratings; force the relative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26 — exclusions as deliberate decisions, recorded with reasons.</a:t>
            </a:r>
          </a:p>
          <a:p>
            <a:r>
              <a:t>This is the slide that stops "the plan covers everything" — nothing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27 closes the analysis. Business terms are the discipline — "the database is down" is not an impact, "enrolments stop"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25–27, then assessment Q5–Q6 rehearsed from their own register.</a:t>
            </a:r>
          </a:p>
          <a:p>
            <a:r>
              <a:t>The practice workbook carries no questions — use the assessment's, answered from the work just done.</a:t>
            </a:r>
          </a:p>
          <a:p>
            <a:r>
              <a:t>Press the method question: "how did you rate these, and why that way?"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03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DR: requirements &amp; impact analysis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Establish what recovery must achieve, then analyse the risks and their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design to disaster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Topics 1–2 designed the system; Topic 3 asks what happens when part of it fails.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is the front half of the DR plan: the requirements and the impact analysis.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 establish what recovery must achieve, then analyse the risks that threaten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Analysis only — the strategy and the written plan are Topic 4.</a:t>
            </a:r>
          </a:p>
        </p:txBody>
      </p:sp>
      <p:pic>
        <p:nvPicPr>
          <p:cNvPr id="5" name="Picture 4" descr="gen-cafb4c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Requirements, and the current recovery position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must recover, and what's already in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DR plan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DR plan restores service after a disruptive event, to agreed targets.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driven by business needs — what the organisation can and cannot tolerate losing.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Start by writing down the requirements, not by picking a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Identify the DR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brief: which systems are business-critical, and to whom.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Requirements mix availability, integrity and compliance — the business sets each tolerance.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State each requirement so it can later be tested against a proposed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Current recovery position and vendor provisions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Determine the existing recovery arrangements — what's already in place, and its gaps.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Identify the vendor's DR provisions and SLAs: what the provider guarantees versus what you must add.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plan builds on the vendor's native durability; it doesn't reinvent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Requirements and current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20, 21 and 22.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Record the recovery requirements from the business needs, the existing recovery arrangements, and the vendor provisions and SLAs that apply.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Requirements before technology, each one testable.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Assess what's in place before designing what's missing.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vendor guarantees some of it; your plan covers the rest.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Recovery objectives, and the data you protect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how fast back, how much lost, how much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RTO and RPO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Recovery Time Objective: how long until service is back.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Recovery Point Objective: how much data you can afford to lose.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Two different clocks — a system can be back fast yet have lost hours of data, or the reverse.</a:t>
            </a:r>
          </a:p>
        </p:txBody>
      </p:sp>
      <p:pic>
        <p:nvPicPr>
          <p:cNvPr id="5" name="Picture 4" descr="rto-rpo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37560"/>
            <a:ext cx="51206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Set the objectives to business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objective comes from a business tolerance, not from what the technology happens to offer.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Different systems get different objectives — one blanket target over-spends on some and under-protects others.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the objective next to the requirement that produced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Estimate the data you are protecting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What data, how much of it, and how fast it grows — the plan protects a quantity, not an idea.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it lives, and what state it is in: live, backed up, replicated, or none of these.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estimate sizes the recovery: restoring a gigabyte and a terabyte are different plans.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Objectives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23 and 24.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Set the recovery objectives against the business needs, then estimate the data being protected — what, how much, where, and its current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RTO and RPO are two different clocks.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Objectives come from business tolerances, per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plan protects a measured quantity of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Risks, exclusions and impact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threatens it, what's out, what it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cloud risk environment, and a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cloud changes the risks, it doesn't remove them: zone and region outages, misconfiguration, credential compromise, dependency failure.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public, internet-facing system adds its own class: volumetric attack and abuse.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 a method: identify events, rate likelihood and impact, rank — the same way every time, so the ranking is defensible.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Assess the major risk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event: what happens, how likely, what it hits, and how hard.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Rate honestly — a register where everything is high tells the reader nothing.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ranked list is what the strategy in Topic 4 answers, in priority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Say what the plan does not 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plan has edges: events out of scope, systems not covered, decisions deferred.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exclusion stated is a decision; an exclusion discovered during a disaster is a failure.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exclusion carries a reason — cost, likelihood, or someone else's responsibility.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Record the outcomes of the impact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Bring it together: the events, their ratings, what each would cost the business, and the ranking.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impact is stated in business terms — hours down, data lost, obligations breached — not in technology terms.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record is the evidence the strategy is built on; it must be readable on its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Risk register — worked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Event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Likelihood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Impact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Rank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Zone outage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possible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service degraded, capacity halved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Region outage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rare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full outage, recovery from backup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Credential compromise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possible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data exposure, obligation breach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Volumetric attack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likely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front door degraded for hours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A worked shape, not an answer — the practice scenario's events, ratings and ranks are the student's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Risks, exclusions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25, 26 and 27.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Assess the major risk events, record what the plan excludes and why, then record the outcomes of the impact analysis in business terms.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Then rehearse the assessment's Part B questions Q5 and Q6 — the risk environment, and your method — from your own register.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Topic 3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Requirements first, each testable; objectives from business tolerances.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Two clocks: RTO and RPO. A measured quantity of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defensible method, honest ratings, stated exclusions, business-terms impact.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4 — strategy and plan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analysis is done: targets set, risks ranked, impact recorded.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choose the recovery strategy that answers it, and write the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