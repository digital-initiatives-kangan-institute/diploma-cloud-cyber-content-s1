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biggest Topic of AT2 — workbook tasks 11 to 18, one continuous build in workbook order.</a:t>
            </a:r>
          </a:p>
          <a:p>
            <a:r>
              <a:t>Point back to the Topic 2 design: the paper design is today's build spec.</a:t>
            </a:r>
          </a:p>
          <a:p>
            <a:r>
              <a:t>Flag LabRole now so nobody goes hunting for IAM to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11 — the read-first discipline before any console work.</a:t>
            </a:r>
          </a:p>
          <a:p>
            <a:r>
              <a:t>The config question is the hook: the code needs a table name — where does it come from? (deployment config, which their template supplies).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 11.</a:t>
            </a:r>
          </a:p>
          <a:p>
            <a:r>
              <a:t>The output that matters: a list of what the template must create — it becomes the plan for task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step up from reading to producing. Design the template before typing it.</a:t>
            </a:r>
          </a:p>
          <a:p>
            <a:r>
              <a:t>Incremental authoring is the habit that saves the session — a big-bang deploy buries the first failure under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event-driven wiring pattern, on the diagram — this is what their template has to say.</a:t>
            </a:r>
          </a:p>
          <a:p>
            <a:r>
              <a:t>Students expect a direct API-to-function call; the queue in between is the design point worth pressing.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professional checklist their authored template is judged against.</a:t>
            </a:r>
          </a:p>
          <a:p>
            <a:r>
              <a:t>In the lab, least privilege means passing LabRole — the practice point still stands outside the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demonstration, educator-led (screen it live or your own capture — no recorded-demos catalogue in CL2).</a:t>
            </a:r>
          </a:p>
          <a:p>
            <a:r>
              <a:t>Design before typing — say the resources and dependencies out loud first.</a:t>
            </a:r>
          </a:p>
          <a:p>
            <a:r>
              <a:t>Point at each practice as you write it: a parameter, a tag, the role passed not created.</a:t>
            </a:r>
          </a:p>
          <a:p>
            <a:r>
              <a:t>Prep: clean lab in us-east-1, a small related resource set in mind, editor ready. ~8–10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 12 — the biggest single task in AT2. Authoring is slow; budget for it.</a:t>
            </a:r>
          </a:p>
          <a:p>
            <a:r>
              <a:t>Push incremental: a tiny deployable version first, grown resource by resource.</a:t>
            </a:r>
          </a:p>
          <a:p>
            <a:r>
              <a:t>The task 11 list is their checklist — every item on it becomes a declaration.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13. Normalise the fail-fix loop before they start; the record-as-you-go habit feeds task 16.</a:t>
            </a:r>
          </a:p>
          <a:p>
            <a:r>
              <a:t>Blind redeploys burn the lab clock; hold them at the log until they can name the cause.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demonstration, educator-led. Say the region substitution out loud as you set it.</a:t>
            </a:r>
          </a:p>
          <a:p>
            <a:r>
              <a:t>The event-source mapping check is the one students skip — show where it lives and that it's on.</a:t>
            </a:r>
          </a:p>
          <a:p>
            <a:r>
              <a:t>Prep: the C2 demo template ready to deploy, lab open. ~6–8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14 makes confirmation its own task. The green stack status is the platform's claim; the check is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tasks 13–14.</a:t>
            </a:r>
          </a:p>
          <a:p>
            <a:r>
              <a:t>Failures here are the workbook working as designed; the record of them feeds the troubleshooting task.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15. The 200-is-not-proof point is the heart of it — walk from response to stored record every time.</a:t>
            </a:r>
          </a:p>
          <a:p>
            <a:r>
              <a:t>Exactly-once matters: one post, one item — not zero, not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demonstration, educator-led, against the deployed demo pipeline.</a:t>
            </a:r>
          </a:p>
          <a:p>
            <a:r>
              <a:t>Show where you look — the store item, not the API response. Both paths, side by side.</a:t>
            </a:r>
          </a:p>
          <a:p>
            <a:r>
              <a:t>Prep: valid and invalid sample events ready, store open in another tab. ~6–8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16 asks for the record of what actually broke across tasks 12–15 and what was done — the fail-fix notes pay off here.</a:t>
            </a:r>
          </a:p>
          <a:p>
            <a:r>
              <a:t>Read-diagnose-fix-redeploy-retest, narrated from the log; guessing is the anti-pattern.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tasks 15–16.</a:t>
            </a:r>
          </a:p>
          <a:p>
            <a:r>
              <a:t>Task 16 is honest history, not hypotheticals — what broke for them, found in their own notes and logs.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17's idea. Copying the template and editing it is the anti-pattern — two templates drift apart.</a:t>
            </a:r>
          </a:p>
          <a:p>
            <a:r>
              <a:t>Region as a parameter is the neat tie back to the scenario/deploy substitution.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18. Tearing down and rebuilding loses state; the update-in-place is the skill.</a:t>
            </a:r>
          </a:p>
          <a:p>
            <a:r>
              <a:t>The template-tells-the-truth framing connects back to drift from Topic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demonstration, educator-led. The template body not changing between the two environments is the point made visible.</a:t>
            </a:r>
          </a:p>
          <a:p>
            <a:r>
              <a:t>Pause on the change set before the update — review before run, one more time.</a:t>
            </a:r>
          </a:p>
          <a:p>
            <a:r>
              <a:t>Prep: the deployed demo stack, one obvious value to parameterise, one small resource to add. ~8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tasks 17–18.</a:t>
            </a:r>
          </a:p>
          <a:p>
            <a:r>
              <a:t>Insist the body stays fixed between the two environments — editing it defeats the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07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Building the microservice with your own IaC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Author your own template, deploy the microservice from it, prove it works, then make it reusable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Build what you designed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is the centre of AT2: the microservice you designed in Topic 2, built by a template you author yourself.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code is supplied; the infrastructure is yours to declare — review, author, deploy, confirm, test, troubleshoot, reuse.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design names its real region; in the lab you deploy to us-east-1 — same build, different console label.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lab's LabRole serves as every execution role and credential — you never create IAM here.</a:t>
            </a:r>
          </a:p>
        </p:txBody>
      </p:sp>
      <p:pic>
        <p:nvPicPr>
          <p:cNvPr id="5" name="Picture 4" descr="gen-8fcf02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Review before you build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read the code, hold the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the supplied code and the contract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Read the provided handler and the webhook contract: what the code expects, what it writes, what it needs from config.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Your design from Topic 2 is the build spec — re-read it beside the code and note where they meet.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Deployment is assembling parts you understand; skipping the review means wiring blind.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Review the code and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 11.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 out what the supplied code does, what the contract promises, and what the infrastructure must provide for both.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The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Know what the code expects before you provision anything.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Topic 2 design plus the contract is the build spec.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Author your template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declare the microservice's infrastructure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Authoring from syntax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Apply the template syntax to declare a set of related resources — the reading skill from last Topic, reversed.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Start from the outcome: what resources, what depends on what, what inputs and outputs.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Build incrementally — a few resources, deploy, confirm, add more. Don't write it all then drown in errors.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wiring your template declares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gateway receives the webhook and hands it on; the queue is the function's event source; the function writes to the store.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event-source mapping is the make-or-break declaration — a deployed function that nothing triggers just sits there.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store's table name reaches the function as configuration, not hard-coded.</a:t>
            </a:r>
          </a:p>
        </p:txBody>
      </p:sp>
      <p:pic>
        <p:nvPicPr>
          <p:cNvPr id="5" name="Picture 4" descr="microservice-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926" y="1783080"/>
            <a:ext cx="1976387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Industry IaC practice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Parameters over hard-coded values; least privilege on any role; tag every resource.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Outputs expose what other stacks and services need — the integration seam.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Standard practice is what makes a template safe to reuse and hand over.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Author a template from scratch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Author a small template live: state the outcome, declare a couple of resources with a dependency, apply the practices as you go.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it and watch it reach CREATE_COMPLETE.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Author your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 12.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Write the template that deploys the microservice: the resources the review said you need, wired the way the design says.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~40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Authoring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Design the template before typing it; build it incrementally.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event-source mapping is the wiring that makes it a pipeline.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Parameters, least privilege, tags, outputs — the professional checklist.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Deploy it, and confirm it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expect more than one attempt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Deploying your own template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Expect it to take more than one attempt — that is normal, and the workbook says so.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Same discipline as last Topic: first failure event, read the reason, one deliberate fix, redeploy.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Each failure you fix is evidence — record what broke and what fixed it as you go.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Deploy the microservice from your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the authored template in the lab; pass LabRole; watch the events through to CREATE_COMPLETE.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each resource exists and the event-source mapping is enabled.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Confirm the deployment properly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Confirmation is checking the resources, not the status colour — console or CLI, either counts.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Does each resource exist, with the properties your template declared? Is the wiring live?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Deploy, then confirm — every time, and record what you checked.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Deploy and confirm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tasks 13 and 14.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your template — expect and work through failures — then confirm every resource and the wiring.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Deploy and confirm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More than one attempt is normal; read the first failure.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Record each break and fix as you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Confirm resources and wiring, not the status colour.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Test it end to end, and troubleshoot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record is the proof, the logs are the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Test by the observable outcome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Send a real event through the contract and find the record in the store — that is the test.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success response only says the front door accepted it; the pipeline behind is asynchronous.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Test the unhappy path too: an invalid event should be turned away, and no bad record written.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Post events and confirm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Post a valid event and find the item in the store; post an invalid one and confirm it is rejected.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Troubleshoot from the logs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failure is recorded somewhere — function logs, queue behaviour, dead letters. Find it before touching anything.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usual suspects: a permission error, a payload-validation bug, a mis-wired event source.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Fix, redeploy, re-test — the loop ends when the record writes, not when the error stops.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Test and troubleshoot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tasks 15 and 16.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Test the microservice end to end through the contract, then record what actually broke along the way and how you fixed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004488"/>
                </a:solidFill>
                <a:latin typeface="Roboto"/>
              </a:rPr>
              <a:t>Section 4 · Prove and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stored record is the proof; the response code is not.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Invalid events turned away is half the test.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logs name the cause; the notes become the troubleshooting record.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Make it reusable, then grow it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one template, many environments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Parameterisation and reuse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Parameterise so the same template body deploys different configurations — values in, nothing edited.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Names, sizes, environments, regions: anything that varies between deployments is a parameter.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Write once, deploy many — this is the code-reuse payoff of IaC.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Add a resource through an update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Grow the template, not the console: add the new resource to the file and update the stack.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change set shows the diff — the existing resources stay, the new one arrives.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Update, confirm, and the template still tells the whole truth about the stack.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Parameterise, redeploy, extend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Turn a hard-coded value into a parameter and deploy a second environment beside the first.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Then add a resource to the template and update the running stack — watch the diff apply.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Parameterise and extend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tasks 17 and 18.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Redeploy your template as a second environment by changing only parameter values, then add a resource and update the existing stack in place.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Topic 7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Review the code, author to the design, build incrementally.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Expect failures; read the first one; record the history honestly.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stored record is the proof of a working pipeline.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One parameterised template: many environments, grown by updates, never drifting.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8 — monitoring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microservice is built, tested and reusable — by a template you wrote yourself.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make it observable: the metric and alarm that tell you it's alive without you looking.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