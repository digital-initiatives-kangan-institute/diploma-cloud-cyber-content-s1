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Authoring &amp; parameterising your own IaC template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Write your own template from scratch, parameterise it for reuse, redeploy and remove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operating to authoring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6 operated a provided template; now you write your own from scratch.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Same tooling and lifecycle — this time you declare the resources and their relationships.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still deploy to us-east-1 in the lab — `[scenario: ap-southeast-2 (Sydney) | deploy: us-east-1]`.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skill you apply to build the microservice template in Topic 8.</a:t>
            </a:r>
          </a:p>
        </p:txBody>
      </p:sp>
      <p:pic>
        <p:nvPicPr>
          <p:cNvPr id="5" name="Picture 4" descr="gen-d655a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Authoring a template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declare a related set of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Authoring from syntax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Apply the template syntax to create a template that provisions a set of related resources.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Start from the outcome: what resources, what depends on what, what inputs and outputs.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 incrementally — a few resources, deploy, confirm, add more.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Industry IaC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Parameters over hard-coded values; least-privilege on any role; tag every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Outputs expose what other stacks/services need — the integration seam (KE 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Standard practice is what makes a template safe to reuse and hand over.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Author &amp; deploy a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Author a small template (a related resource set) and deploy it in the lab (us-east-1).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stack reaches CREATE_COMPLETE and the resources exist.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Author your own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author a template that provisions a related resource set to a business need.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it to us-east-1 and confirm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Update &amp; parameterise for reuse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one template, many configurations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Parameterisation &amp; reuse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Parameterise the template so the same body deploys to different configurations without editing it (KE 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Region, sizes, names, environment — pass them in, don't bake them 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Parameterisation is the code-reuse outcome: write once, deploy many.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Update, redeploy &amp; confirm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Update and redeploy the template to modify and add resources — via a change set.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the deployment via console or CLI after each change.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Region is itself a parameter — the same template targets us-east-1 in the lab or the design region in production.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Parameterise &amp; redeploy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parameters to the template, then redeploy with new values to show the same template producing a different configuration.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Parameterise &amp; redeploy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parameterise your template and redeploy it with different values.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reconfigured resources.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Remove &amp; troubleshoot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clean up, and fix your own errors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Remove cleanly &amp; troubleshoot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Remove the deployed resources and delete the template cleanly — no orphaned resources, no lingering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 and troubleshoot errors in your own template: read the event, diagnose, fix, redeploy.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Your own bugs are the best teacher — a bad `!Ref` or property tells you exactly what to fix.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Remove &amp; troubleshoot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introduce and fix a template error, then remove the stack cleanly.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7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Author a template that provisions a related resource set — declare desired state, build incrementally.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Industry practice: parameters over hard-coding, least-privilege, tagging, outputs for integration.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Parameterise for reuse — the same template, many configurations (Region included).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Update via change sets, confirm each change, and remove cleanly.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build the microservice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author and parameterise your own template.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use that skill to provision the serverless audit-log microservice from the supplied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