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IaC: fundamentals &amp; operating provided templates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Infrastructure as Code from first principles, then operating a template you were given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design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AT1 is signed off; AT2 begins — you build in the lab, to the approved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Topic: what IaC is, and operating a template someone else wrote.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Region substitution starts here: the design targets Sydney/India, but you deploy to us-east-1 — `[scenario: ap-southeast-2 (Sydney) | deploy: us-east-1]`. Same build, only the console Region differs.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`teach → demo → practice`: watch the demo, then do it on the practice scenario.</a:t>
            </a:r>
          </a:p>
        </p:txBody>
      </p:sp>
      <p:pic>
        <p:nvPicPr>
          <p:cNvPr id="5" name="Picture 4" descr="gen-80c082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Why IaC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describe infrastructure, don't click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Infrastructure as Code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IaC describes infrastructure in a text template the platform provisions for you.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Benefits over manual console work: repeatable, versioned, reviewable, fast to rebuild (KE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same template gives the same result every time — no click-to-click drift.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Automation, risks &amp; choosing a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Automation leverages the platform: one template stands up many related resources consistently.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Potential issues: drift from manual edits, a bad change rolling back a stack, permission/quota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Choose an IaC service compatible with the platform — on AWS, CloudFormation is native (KE 4); manage/measure deployments by stack status and change sets (KE 11).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Template anatomy &amp; review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a template before you run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Template syntax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parts: Parameters (inputs), Resources (what to create), Outputs (what to share), intrinsic functions (`!Ref`, `!GetAtt`, `!Sub`).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Resources declare desired state; the platform works out how to reach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Learn to read it top-down: inputs → resources → outputs (KE 5).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a provided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a pre-defined template to determine the resources it creates and their dependencies.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Trace `!Ref`/`!GetAtt` to see what depends on what — the build order falls out of the references.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Know what a template does before you deploy it (the provided data-store template is your AT2 case).</a:t>
            </a:r>
          </a:p>
        </p:txBody>
      </p:sp>
      <p:pic>
        <p:nvPicPr>
          <p:cNvPr id="5" name="Picture 4" descr="cfn-template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12064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Operating a provided template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deploy, update, delete — cleanly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template lifecycle &amp; tooling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Create → update (change set) → delete: the three operations on a stack.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Tooling: the CloudFormation console or the CLI executes the template (KE 6); manage/provision/update via stacks and change sets (KE 10).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Every change is a reviewable diff before it runs.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Operate the provided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provided template in the lab (Region us-east-1 — `[scenario: ap-southeast-2 (Sydney) | deploy: us-east-1]`).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Update a parameter via a change set; confirm the resource in the console/CLI; then delete the stack.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Deploy, update,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deploy the provided template, update a parameter, confirm it, then remove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 in us-east-1; the deploy Region is the substitute, the process is identical.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Troubleshooting templates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the error, don't guess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Diagnose a template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Test and troubleshoot template errors: read the failure event, find the first CREATE_FAILED, read its reason.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Common errors: a bad reference, a missing permission, an invalid property, a name clash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Fix the template, redeploy, confirm — diagnosis over trial-and-error.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Fix a broken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a deliberately broken copy: the error event, the diagnosis, the one-line fix, the redeploy.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Troubleshoot the broken 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deploy the broken template, read the error, fix it, and redeploy to success.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Shared cloud foundations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standards under the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Standards &amp; standard products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Industry technology standards that underpin cloud building — interoperability, security, and management baselines (KE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Standard hardware/software/storage products the platform is built on — compute families, managed databases, object/block storage (KE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is the shared foundation behind both the IaC (505) and the microservice (503) strands.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7 — author your own template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read and operate a provided template; next you write one from scratch.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Same tooling, same lifecycle — this time you author the resources.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