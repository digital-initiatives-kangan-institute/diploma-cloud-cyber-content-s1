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02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Microservice &amp; serverless design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Design the serverless audit-log microservice and its integration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web-scale to the microservice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1 designed the web-scale site; Topic 2 designs the serverless audit-log microservice that plugs into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microservice records India-cohort access events to a residency-compliant store — the localisation hook from the requirements.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Serverless: no servers to manage, event-driven, scales with demand — you pay per request.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only, to the supplied requirements — the build is AT2 (Topic 8).</a:t>
            </a:r>
          </a:p>
        </p:txBody>
      </p:sp>
      <p:pic>
        <p:nvPicPr>
          <p:cNvPr id="5" name="Picture 4" descr="gen-162411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Microservices &amp; data transactions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one service, one job, one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microservice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microservice does one thing well — a small, independently deployable unit with a single responsibility.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owns its data and exposes a narrow interface; other systems talk to it only through that contract.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Right-sized: big enough to be useful, small enough to reason about and scale on its own.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audit-log microservice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one job: capture each India-cohort access/enquiry event the website emits and record it durably.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website is the event producer; it knows only the webhook contract, not the store behind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Residency: India-cohort access logs land in an India-resident store (ap-south-1) per the requirements.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Its data transactions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One transaction: append an access event (who / what / when) — write-once, never updated.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Append-only means idempotent writes and simple, high-scale reads for audit retrieval.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Identify each transaction by the business need it meets — here, the CERT-In access-log obligation.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Identify the microservice &amp; transactions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identify the microservice(s) and the data transaction(s) each handles.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State the business need each transaction meets.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Supporting cloud services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pick the serverless building blocks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serverless building blocks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Compute: a function service runs your code on demand, no servers to manage (e.g. AWS Lambda).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Front door: an API gateway receives requests and routes them to the function.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Messaging / queuing: a queue or topic buffers events and decouples producer from consumer.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Persistence: a managed datastore keeps the data without you running a database server.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Choosing services for the audit 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Ingress: an API gateway receives the website's webhook over HTTPS.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Buffer: a queue absorbs bursts and decouples the site from the logger (loose coupling).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Compute: a function validates and writes each event.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Store: a managed NoSQL datastore holds the append-only log, resident in India.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Determine the supporting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determine the cloud services that support your microservice.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Justify each choice against a requirement (scale, residency, decoupling).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Microservice architecture &amp; contract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cohesive, loosely coupled, contract-first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Cohesion, coupling &amp; the datastore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High cohesion: everything in the service serves its one job.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Loose coupling: the queue between producer and consumer means neither breaks the other.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Persistent datastore: the record survives independently of the compute that wrote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target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Flow: website webhook -&gt; API gateway -&gt; queue -&gt; function -&gt; NoSQL datastore.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website knows only the webhook; each stage is independently scalable and replaceable.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store sits in the India region (ap-south-1) so the access logs are resident by construction.</a:t>
            </a:r>
          </a:p>
        </p:txBody>
      </p:sp>
      <p:pic>
        <p:nvPicPr>
          <p:cNvPr id="5" name="Picture 4" descr="microservice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7781" y="1783080"/>
            <a:ext cx="1586677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integration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Define the webhook payload contract: the fields the website sends and what each means.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Version it and validate it — producer and consumer agree on this and nothing else.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clear contract is what lets the two sides evolve independently.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architecture &amp;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design the microservice architecture (cohesive, loosely coupled, persistent, API / messaging).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Define the webhook integration contract.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2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microservice does one job, owns its data, and exposes a narrow contract.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Serverless building blocks: API gateway, queue / topic, function, managed datastore.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Design for high cohesion and loose coupling; the queue decouples producer from consumer.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Contract-first: the webhook payload contract is what keeps the two sides independent.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3 — DR requirements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designed the web-scale site (Topic 1) and the microservice (Topic 2) — Part A's build strands.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turn to disaster recovery: the requirements, impact analysis, strategy and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