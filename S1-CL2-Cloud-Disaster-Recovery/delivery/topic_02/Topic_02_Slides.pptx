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5156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1" i="0">
                <a:solidFill>
                  <a:srgbClr val="FBB900"/>
                </a:solidFill>
                <a:latin typeface="Roboto"/>
              </a:rPr>
              <a:t>TOPIC 02</a:t>
            </a:r>
          </a:p>
          <a:p>
            <a:pPr>
              <a:spcBef>
                <a:spcPts val="800"/>
              </a:spcBef>
            </a:pPr>
            <a:r>
              <a:rPr sz="4600" b="1" i="0">
                <a:solidFill>
                  <a:srgbClr val="FFFFFF"/>
                </a:solidFill>
                <a:latin typeface="Roboto"/>
              </a:rPr>
              <a:t>Microservice &amp; serverless design</a:t>
            </a:r>
          </a:p>
          <a:p>
            <a:pPr>
              <a:spcBef>
                <a:spcPts val="1200"/>
              </a:spcBef>
            </a:pPr>
            <a:r>
              <a:rPr sz="2200" b="0" i="1">
                <a:solidFill>
                  <a:srgbClr val="D1D1D1"/>
                </a:solidFill>
                <a:latin typeface="Roboto Light"/>
              </a:rPr>
              <a:t>Design the serverless audit-log microservice and its integration contract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94360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FFFFFF"/>
                </a:solidFill>
                <a:latin typeface="Roboto"/>
              </a:rPr>
              <a:t>Kangan </a:t>
            </a:r>
            <a:r>
              <a:rPr sz="1600" b="1" i="0">
                <a:solidFill>
                  <a:srgbClr val="EDAB0C"/>
                </a:solidFill>
                <a:latin typeface="Roboto"/>
              </a:rPr>
              <a:t>Institute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From web-scale to the microservice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737360"/>
            <a:ext cx="548640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Topic 1 designed the web-scale site; Topic 2 designs the serverless audit-log microservice that plugs into it.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The microservice records India-cohort access events to a residency-compliant store — the localisation hook from the requirements.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Serverless: no servers to manage, event-driven, scales with demand — you pay per request.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Design only, to the supplied requirements — the build is AT2 (Topic 8).</a:t>
            </a:r>
          </a:p>
        </p:txBody>
      </p:sp>
      <p:pic>
        <p:nvPicPr>
          <p:cNvPr id="5" name="Picture 4" descr="gen-1624114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783080"/>
            <a:ext cx="4023360" cy="402336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92268F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Microservices &amp; data transactions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one service, one job, one record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What a microservice is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A microservice does one thing well — a small, independently deployable unit with a single responsibility.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It owns its data and exposes a narrow interface; other systems talk to it only through that contract.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Right-sized: big enough to be useful, small enough to reason about and scale on its own.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The audit-log microservice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The one job: capture each India-cohort access/enquiry event the website emits and record it durably.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The website is the event producer; it knows only the webhook contract, not the store behind it.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Residency: India-cohort access logs land in an India-resident store (ap-south-1) per the requirements.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Its data transactions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One transaction: append an access event (who / what / when) — write-once, never updated.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Append-only means idempotent writes and simple, high-scale reads for audit retrieval.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Identify each transaction by the business need it meets — here, the CERT-In access-log obligation.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Identify the microservice &amp; transactions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For the practice scenario, identify the microservice(s) and the data transaction(s) each handles.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State the business need each transaction meets.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~20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27B5CE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Supporting cloud services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pick the serverless building blocks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The serverless building blocks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Compute: a function service runs your code on demand, no servers to manage (e.g. AWS Lambda).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Front door: an API gateway receives requests and routes them to the function.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Messaging / queuing: a queue or topic buffers events and decouples producer from consumer.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Persistence: a managed datastore keeps the data without you running a database server.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Choosing services for the audit log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Ingress: an API gateway receives the website's webhook over HTTPS.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Buffer: a queue absorbs bursts and decouples the site from the logger (loose coupling).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Compute: a function validates and writes each event.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Store: a managed NoSQL datastore holds the append-only log, resident in India.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Determine the supporting services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For the practice scenario, determine the cloud services that support your microservice.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Justify each choice against a requirement (scale, residency, decoupling).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~20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205F61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Microservice architecture &amp; contract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cohesive, loosely coupled, contract-first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Cohesion, coupling &amp; the datastore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High cohesion: everything in the service serves its one job.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Loose coupling: the queue between producer and consumer means neither breaks the other.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Persistent datastore: the record survives independently of the compute that wrote it.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The target 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737360"/>
            <a:ext cx="548640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Flow: website webhook -&gt; API gateway -&gt; queue -&gt; function -&gt; NoSQL datastore.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The website knows only the webhook; each stage is independently scalable and replaceable.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The store sits in the India region (ap-south-1) so the access logs are resident by construction.</a:t>
            </a:r>
          </a:p>
        </p:txBody>
      </p:sp>
      <p:pic>
        <p:nvPicPr>
          <p:cNvPr id="5" name="Picture 4" descr="microservice-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67781" y="1783080"/>
            <a:ext cx="1586677" cy="402336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The integration contract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Define the webhook payload contract: the fields the website sends and what each means.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Version it and validate it — producer and consumer agree on this and nothing else.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A clear contract is what lets the two sides evolve independently.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Design the architecture &amp; contract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For the practice scenario, design the microservice architecture (cohesive, loosely coupled, persistent, API / messaging).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Define the webhook integration contract.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~30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205F61"/>
                </a:solidFill>
                <a:latin typeface="Roboto"/>
              </a:rPr>
              <a:t>Topic 2 · Key takeaways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A microservice does one job, owns its data, and exposes a narrow contract.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Serverless building blocks: API gateway, queue / topic, function, managed datastore.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Design for high cohesion and loose coupling; the queue decouples producer from consumer.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818888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4818888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818888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Contract-first: the webhook payload contract is what keeps the two sides independent.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51560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Roboto"/>
              </a:rPr>
              <a:t>Next: Topic 3 — DR requirements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You've designed the web-scale site (Topic 1) and the microservice (Topic 2) — Part A's build strands.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Next you turn to disaster recovery: the requirements, impact analysis, strategy and plan.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