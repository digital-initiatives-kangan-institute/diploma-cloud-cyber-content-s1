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design half — today runs workbook tasks 15 to 19, then rehearses the Part A knowledge questions.</a:t>
            </a:r>
          </a:p>
          <a:p>
            <a:r>
              <a:t>Stress event-driven: the platform emits events, the service reacts.</a:t>
            </a:r>
          </a:p>
          <a:p>
            <a:r>
              <a:t>Misconception: serverless doesn't mean no servers — it means the operational responsibility isn't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definition the whole Topic builds on — single responsibility is the test for whether something is its own service.</a:t>
            </a:r>
          </a:p>
          <a:p>
            <a:r>
              <a:t>If another system needs this service's data, it goes through the interface — never into the store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15's subject made concrete. The service's reason to exist is the residency need.</a:t>
            </a:r>
          </a:p>
          <a:p>
            <a:r>
              <a:t>Question to pose: why build a separate service just to record events? (single job, independent scale, resident store).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pattern defines the store's shape later. An audit log is immutable by nature — mutability would break its evidentiary value.</a:t>
            </a:r>
          </a:p>
          <a:p>
            <a:r>
              <a:t>Press transaction-to-need traceability; the workbook table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15.</a:t>
            </a:r>
          </a:p>
          <a:p>
            <a:r>
              <a:t>Watch for one big service that does everything — push single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building-block types, one per line — vendor-neutral, AWS named only as the example.</a:t>
            </a:r>
          </a:p>
          <a:p>
            <a:r>
              <a:t>Question to pose: which block lets the platform fire a thousand events a second when the logger writes two hundred? (the queue).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selection decision made concrete — each block mapped to a job and a requirement.</a:t>
            </a:r>
          </a:p>
          <a:p>
            <a:r>
              <a:t>Misconception: relational by default. The access pattern (append-only, simple high-scale reads) and residency drive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16.</a:t>
            </a:r>
          </a:p>
          <a:p>
            <a:r>
              <a:t>Product names with no reason attached is the common miss — every choice names its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examinable principles — cohesion is within a service, coupling is between services; you want high cohesion and loose coupling.</a:t>
            </a:r>
          </a:p>
          <a:p>
            <a:r>
              <a:t>The function runs for milliseconds then disappears; the datastore is why the record outlives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flow stage by stage; each stage delivers a principle from the previous slide.</a:t>
            </a:r>
          </a:p>
          <a:p>
            <a:r>
              <a:t>A worked example to adapt, not copy — workbook task 17 asks for their own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18's subject. Contract-first: it is defined before either side builds, not documented after.</a:t>
            </a:r>
          </a:p>
          <a:p>
            <a:r>
              <a:t>Question to pose: the platform team adds a field — how does versioning stop that breaking the logger?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17–18.</a:t>
            </a:r>
          </a:p>
          <a:p>
            <a:r>
              <a:t>The two common misses: redrawing the teaching diagram verbatim, and forgetting the queue seam.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19 — the written argument, same shape as the web-scale justification in Topic 1.</a:t>
            </a:r>
          </a:p>
          <a:p>
            <a:r>
              <a:t>"Because it is best practice" is not a justification; requirement, option,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assessment workbook carries Q1–Q4 at the end of Part A; the practice workbook carries none, so rehearse with the assessment's questions against the practice design.</a:t>
            </a:r>
          </a:p>
          <a:p>
            <a:r>
              <a:t>The failure mode is textbook definitions — push every answer back to their own tables and drawings.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19 + assessment Q1–Q4 rehearsed on the practice design.</a:t>
            </a:r>
          </a:p>
          <a:p>
            <a:r>
              <a:t>Listen for answers that quote their own design decisions rather than recite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Microservice &amp; serverless design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Design the serverless microservice, its contract, and answer for the whole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web-scale to the microservice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1 designed the web-scale platform; Topic 2 designs the small service that plugs into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service records access events to a residency-compliant store — the localisation hook straight from the requirements.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Serverless: no servers to manage, event-driven, scales with demand, pay per request.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only — the build is AT2.</a:t>
            </a:r>
          </a:p>
        </p:txBody>
      </p:sp>
      <p:pic>
        <p:nvPicPr>
          <p:cNvPr id="5" name="Picture 4" descr="gen-16241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microservice and its data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one service, one job, one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microservice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microservice does one thing well — a small, independently deployable unit with a single responsibility.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owns its data and exposes a narrow interface; other systems talk to it only through that contract.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Right-sized: big enough to be useful, small enough to reason about and scale on its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audit-log microservice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one job: capture each access event the platform emits and record it durably.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platform is the event producer; it knows only the webhook contract, not the store behind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residency obligation is why this service exists on its own — the log lands in a store the platform needn't host.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Its data transactions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One transaction: append an access event — who, what, when — written once and never updated.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Append-only buys idempotent writes and simple, high-scale reads.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transaction exists because a business need demands it, not because it is technically possible.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Identify the microservice and its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Identify the microservice and the data it handles, and state the business need behind each transaction.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job, its own data, a narrow contract.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Append-only: written once, read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transaction traces to a business need.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supporting services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pick the serverless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serverless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Compute: a function service runs your code on demand, no servers to manage.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Front door: an API gateway receives requests and routes them to the function.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Messaging: a queue buffers events and decouples producer from consumer.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Persistence: a managed datastore keeps the data without you running a database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Choosing services for the audit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Ingress: an API gateway receives the webhook over HTTPS.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Buffer: a queue absorbs bursts and decouples the platform from the logger.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Compute: a function validates and writes each event — the only custom code in the service.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Store: a managed NoSQL datastore holds the append-only log, placed to honour residency.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Determine the supporting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Determine the cloud services that support your microservice, and justify each against a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Gateway, queue, function, managed store — each chosen for a named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queue is the decoupling seam, not an optional extra.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architecture, drawn, and its contract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cohesive, loosely coupled, contract-first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Cohesion, coupling and the datastore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High cohesion: everything in the service serves its one job.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Loose coupling: the queue between producer and consumer means neither breaks the other.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Persistent datastore: the record survives independently of the compute that wrote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target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flow: webhook, then gateway, then queue, then function, then datastore.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platform knows only the webhook; each stage is independently scalable and replaceable.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store sits in the region the obligation names — resident by construction, not by policy.</a:t>
            </a:r>
          </a:p>
        </p:txBody>
      </p:sp>
      <p:pic>
        <p:nvPicPr>
          <p:cNvPr id="5" name="Picture 4" descr="microservice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781" y="1783080"/>
            <a:ext cx="1586677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integration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Define the webhook payload: the fields the platform sends and what each means.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Version it and validate it — producer and consumer agree on this and nothing else.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clear contract is what lets the two sides evolve independently.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Draw the architecture and define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17 and 18.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Draw your microservice architecture, then define the webhook integration contract it hinges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Architecture and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stage independently scalable; the platform knows only the webhook.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Residency is where you put the box, not a policy you add later.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Contract-first keeps the two sides independent.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Justify it, and answer for it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your design, your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Justify the microservice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choice: the requirement it serves, the option you took, and why that option over the alternative.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strongest justification names what you did not choose and why the simpler option wins.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Someone holding the requirements should be able to tick your justification off line by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knowledge questions ask about your own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Part A questions ask you to explain your component choices, your cohesion and coupling, the web-scaling principles you applied, and how the design keeps the residency option open.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answer cites your own design — the tables you filled in and the diagrams you drew are the material.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definition with no reference to your design answers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Justify the design and rehearse 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19, then the assessment's Part A questions Q1 to Q4, answered from your practice design.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Justify the microservice design in writing, then answer the four knowledge questions citing your own choices.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2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job, its own data, a narrow versioned contract.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High cohesion within, loose coupling between; the queue is the seam.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Justify choice by choice against requirements; answer questions from your own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3 — disaster recovery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Part A's design work is done: the web-scale platform and the microservice, drawn, justified and defensible.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plan for the day it all fails — DR requirements and impact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